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8" r:id="rId2"/>
    <p:sldId id="260" r:id="rId3"/>
    <p:sldId id="277" r:id="rId4"/>
    <p:sldId id="281" r:id="rId5"/>
    <p:sldId id="265" r:id="rId6"/>
    <p:sldId id="270" r:id="rId7"/>
    <p:sldId id="271" r:id="rId8"/>
    <p:sldId id="273" r:id="rId9"/>
    <p:sldId id="282" r:id="rId10"/>
    <p:sldId id="261" r:id="rId11"/>
    <p:sldId id="262" r:id="rId12"/>
    <p:sldId id="263" r:id="rId13"/>
    <p:sldId id="266" r:id="rId14"/>
    <p:sldId id="264" r:id="rId15"/>
    <p:sldId id="276" r:id="rId16"/>
    <p:sldId id="274" r:id="rId17"/>
    <p:sldId id="267" r:id="rId18"/>
    <p:sldId id="268" r:id="rId19"/>
    <p:sldId id="269" r:id="rId20"/>
    <p:sldId id="279" r:id="rId21"/>
    <p:sldId id="280" r:id="rId22"/>
    <p:sldId id="259" r:id="rId23"/>
    <p:sldId id="257" r:id="rId24"/>
    <p:sldId id="275" r:id="rId25"/>
  </p:sldIdLst>
  <p:sldSz cx="12192000" cy="6858000"/>
  <p:notesSz cx="6858000" cy="9144000"/>
  <p:defaultTextStyle>
    <a:defPPr>
      <a:defRPr lang="en-US"/>
    </a:defPPr>
    <a:lvl1pPr marL="0" algn="l" defTabSz="898799" rtl="0" eaLnBrk="1" latinLnBrk="0" hangingPunct="1">
      <a:defRPr sz="3530" kern="1200">
        <a:solidFill>
          <a:schemeClr val="tx1"/>
        </a:solidFill>
        <a:latin typeface="+mn-lt"/>
        <a:ea typeface="+mn-ea"/>
        <a:cs typeface="+mn-cs"/>
      </a:defRPr>
    </a:lvl1pPr>
    <a:lvl2pPr marL="898799" algn="l" defTabSz="898799" rtl="0" eaLnBrk="1" latinLnBrk="0" hangingPunct="1">
      <a:defRPr sz="3530" kern="1200">
        <a:solidFill>
          <a:schemeClr val="tx1"/>
        </a:solidFill>
        <a:latin typeface="+mn-lt"/>
        <a:ea typeface="+mn-ea"/>
        <a:cs typeface="+mn-cs"/>
      </a:defRPr>
    </a:lvl2pPr>
    <a:lvl3pPr marL="1797601" algn="l" defTabSz="898799" rtl="0" eaLnBrk="1" latinLnBrk="0" hangingPunct="1">
      <a:defRPr sz="3530" kern="1200">
        <a:solidFill>
          <a:schemeClr val="tx1"/>
        </a:solidFill>
        <a:latin typeface="+mn-lt"/>
        <a:ea typeface="+mn-ea"/>
        <a:cs typeface="+mn-cs"/>
      </a:defRPr>
    </a:lvl3pPr>
    <a:lvl4pPr marL="2696401" algn="l" defTabSz="898799" rtl="0" eaLnBrk="1" latinLnBrk="0" hangingPunct="1">
      <a:defRPr sz="3530" kern="1200">
        <a:solidFill>
          <a:schemeClr val="tx1"/>
        </a:solidFill>
        <a:latin typeface="+mn-lt"/>
        <a:ea typeface="+mn-ea"/>
        <a:cs typeface="+mn-cs"/>
      </a:defRPr>
    </a:lvl4pPr>
    <a:lvl5pPr marL="3595203" algn="l" defTabSz="898799" rtl="0" eaLnBrk="1" latinLnBrk="0" hangingPunct="1">
      <a:defRPr sz="3530" kern="1200">
        <a:solidFill>
          <a:schemeClr val="tx1"/>
        </a:solidFill>
        <a:latin typeface="+mn-lt"/>
        <a:ea typeface="+mn-ea"/>
        <a:cs typeface="+mn-cs"/>
      </a:defRPr>
    </a:lvl5pPr>
    <a:lvl6pPr marL="4494003" algn="l" defTabSz="898799" rtl="0" eaLnBrk="1" latinLnBrk="0" hangingPunct="1">
      <a:defRPr sz="3530" kern="1200">
        <a:solidFill>
          <a:schemeClr val="tx1"/>
        </a:solidFill>
        <a:latin typeface="+mn-lt"/>
        <a:ea typeface="+mn-ea"/>
        <a:cs typeface="+mn-cs"/>
      </a:defRPr>
    </a:lvl6pPr>
    <a:lvl7pPr marL="5392802" algn="l" defTabSz="898799" rtl="0" eaLnBrk="1" latinLnBrk="0" hangingPunct="1">
      <a:defRPr sz="3530" kern="1200">
        <a:solidFill>
          <a:schemeClr val="tx1"/>
        </a:solidFill>
        <a:latin typeface="+mn-lt"/>
        <a:ea typeface="+mn-ea"/>
        <a:cs typeface="+mn-cs"/>
      </a:defRPr>
    </a:lvl7pPr>
    <a:lvl8pPr marL="6291604" algn="l" defTabSz="898799" rtl="0" eaLnBrk="1" latinLnBrk="0" hangingPunct="1">
      <a:defRPr sz="3530" kern="1200">
        <a:solidFill>
          <a:schemeClr val="tx1"/>
        </a:solidFill>
        <a:latin typeface="+mn-lt"/>
        <a:ea typeface="+mn-ea"/>
        <a:cs typeface="+mn-cs"/>
      </a:defRPr>
    </a:lvl8pPr>
    <a:lvl9pPr marL="7190402" algn="l" defTabSz="898799" rtl="0" eaLnBrk="1" latinLnBrk="0" hangingPunct="1">
      <a:defRPr sz="353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07D730-7A7A-47A5-958F-E48FC4E58A79}" v="4" dt="2024-12-13T17:10:59.4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16" autoAdjust="0"/>
  </p:normalViewPr>
  <p:slideViewPr>
    <p:cSldViewPr snapToGrid="0">
      <p:cViewPr varScale="1">
        <p:scale>
          <a:sx n="59" d="100"/>
          <a:sy n="59" d="100"/>
        </p:scale>
        <p:origin x="180"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enta,Kevin" userId="5c3eccfc-9e72-4648-bf74-07f226409b69" providerId="ADAL" clId="{2007D730-7A7A-47A5-958F-E48FC4E58A79}"/>
    <pc:docChg chg="custSel modSld">
      <pc:chgData name="Mienta,Kevin" userId="5c3eccfc-9e72-4648-bf74-07f226409b69" providerId="ADAL" clId="{2007D730-7A7A-47A5-958F-E48FC4E58A79}" dt="2024-12-13T17:10:59.446" v="3"/>
      <pc:docMkLst>
        <pc:docMk/>
      </pc:docMkLst>
      <pc:sldChg chg="addSp delSp modSp mod">
        <pc:chgData name="Mienta,Kevin" userId="5c3eccfc-9e72-4648-bf74-07f226409b69" providerId="ADAL" clId="{2007D730-7A7A-47A5-958F-E48FC4E58A79}" dt="2024-12-13T17:10:59.446" v="3"/>
        <pc:sldMkLst>
          <pc:docMk/>
          <pc:sldMk cId="183070376" sldId="264"/>
        </pc:sldMkLst>
        <pc:spChg chg="add mod">
          <ac:chgData name="Mienta,Kevin" userId="5c3eccfc-9e72-4648-bf74-07f226409b69" providerId="ADAL" clId="{2007D730-7A7A-47A5-958F-E48FC4E58A79}" dt="2024-12-13T17:10:55.956" v="1"/>
          <ac:spMkLst>
            <pc:docMk/>
            <pc:sldMk cId="183070376" sldId="264"/>
            <ac:spMk id="6" creationId="{001FC2D8-8575-8C7F-67B3-480B743EE5A5}"/>
          </ac:spMkLst>
        </pc:spChg>
        <pc:spChg chg="add mod">
          <ac:chgData name="Mienta,Kevin" userId="5c3eccfc-9e72-4648-bf74-07f226409b69" providerId="ADAL" clId="{2007D730-7A7A-47A5-958F-E48FC4E58A79}" dt="2024-12-13T17:10:55.956" v="1"/>
          <ac:spMkLst>
            <pc:docMk/>
            <pc:sldMk cId="183070376" sldId="264"/>
            <ac:spMk id="8" creationId="{AA378B76-1A24-13B2-FE0E-8C831C4C5148}"/>
          </ac:spMkLst>
        </pc:spChg>
        <pc:spChg chg="add mod">
          <ac:chgData name="Mienta,Kevin" userId="5c3eccfc-9e72-4648-bf74-07f226409b69" providerId="ADAL" clId="{2007D730-7A7A-47A5-958F-E48FC4E58A79}" dt="2024-12-13T17:10:55.956" v="1"/>
          <ac:spMkLst>
            <pc:docMk/>
            <pc:sldMk cId="183070376" sldId="264"/>
            <ac:spMk id="10" creationId="{52750C5D-77DF-A344-5C24-7FAF5F0A920E}"/>
          </ac:spMkLst>
        </pc:spChg>
        <pc:spChg chg="del">
          <ac:chgData name="Mienta,Kevin" userId="5c3eccfc-9e72-4648-bf74-07f226409b69" providerId="ADAL" clId="{2007D730-7A7A-47A5-958F-E48FC4E58A79}" dt="2024-12-13T17:10:58.646" v="2" actId="478"/>
          <ac:spMkLst>
            <pc:docMk/>
            <pc:sldMk cId="183070376" sldId="264"/>
            <ac:spMk id="12" creationId="{F4B11D77-3584-881B-0724-FF824D5EF80C}"/>
          </ac:spMkLst>
        </pc:spChg>
        <pc:spChg chg="del">
          <ac:chgData name="Mienta,Kevin" userId="5c3eccfc-9e72-4648-bf74-07f226409b69" providerId="ADAL" clId="{2007D730-7A7A-47A5-958F-E48FC4E58A79}" dt="2024-12-13T17:10:58.646" v="2" actId="478"/>
          <ac:spMkLst>
            <pc:docMk/>
            <pc:sldMk cId="183070376" sldId="264"/>
            <ac:spMk id="13" creationId="{B571DB32-7CAF-102D-C5CB-9CD8F96C898A}"/>
          </ac:spMkLst>
        </pc:spChg>
        <pc:spChg chg="del">
          <ac:chgData name="Mienta,Kevin" userId="5c3eccfc-9e72-4648-bf74-07f226409b69" providerId="ADAL" clId="{2007D730-7A7A-47A5-958F-E48FC4E58A79}" dt="2024-12-13T17:10:58.646" v="2" actId="478"/>
          <ac:spMkLst>
            <pc:docMk/>
            <pc:sldMk cId="183070376" sldId="264"/>
            <ac:spMk id="14" creationId="{D6658698-3E75-25EB-351E-F4D20626271C}"/>
          </ac:spMkLst>
        </pc:spChg>
        <pc:spChg chg="add mod">
          <ac:chgData name="Mienta,Kevin" userId="5c3eccfc-9e72-4648-bf74-07f226409b69" providerId="ADAL" clId="{2007D730-7A7A-47A5-958F-E48FC4E58A79}" dt="2024-12-13T17:10:59.446" v="3"/>
          <ac:spMkLst>
            <pc:docMk/>
            <pc:sldMk cId="183070376" sldId="264"/>
            <ac:spMk id="15" creationId="{B377CD95-6EF3-54F0-8046-5E4387C452C1}"/>
          </ac:spMkLst>
        </pc:spChg>
        <pc:spChg chg="add mod">
          <ac:chgData name="Mienta,Kevin" userId="5c3eccfc-9e72-4648-bf74-07f226409b69" providerId="ADAL" clId="{2007D730-7A7A-47A5-958F-E48FC4E58A79}" dt="2024-12-13T17:10:59.446" v="3"/>
          <ac:spMkLst>
            <pc:docMk/>
            <pc:sldMk cId="183070376" sldId="264"/>
            <ac:spMk id="16" creationId="{49BF9225-D4A2-849D-1918-ED595089C6D3}"/>
          </ac:spMkLst>
        </pc:spChg>
        <pc:spChg chg="add mod">
          <ac:chgData name="Mienta,Kevin" userId="5c3eccfc-9e72-4648-bf74-07f226409b69" providerId="ADAL" clId="{2007D730-7A7A-47A5-958F-E48FC4E58A79}" dt="2024-12-13T17:10:59.446" v="3"/>
          <ac:spMkLst>
            <pc:docMk/>
            <pc:sldMk cId="183070376" sldId="264"/>
            <ac:spMk id="17" creationId="{DD0FDF71-9237-C771-2C8C-29DCBFD0FDF6}"/>
          </ac:spMkLst>
        </pc:spChg>
        <pc:picChg chg="add mod">
          <ac:chgData name="Mienta,Kevin" userId="5c3eccfc-9e72-4648-bf74-07f226409b69" providerId="ADAL" clId="{2007D730-7A7A-47A5-958F-E48FC4E58A79}" dt="2024-12-13T17:10:55.956" v="1"/>
          <ac:picMkLst>
            <pc:docMk/>
            <pc:sldMk cId="183070376" sldId="264"/>
            <ac:picMk id="4" creationId="{34F7E268-BB1E-4E0A-B562-0EA5C584D8D6}"/>
          </ac:picMkLst>
        </pc:picChg>
        <pc:picChg chg="del">
          <ac:chgData name="Mienta,Kevin" userId="5c3eccfc-9e72-4648-bf74-07f226409b69" providerId="ADAL" clId="{2007D730-7A7A-47A5-958F-E48FC4E58A79}" dt="2024-12-13T17:10:58.646" v="2" actId="478"/>
          <ac:picMkLst>
            <pc:docMk/>
            <pc:sldMk cId="183070376" sldId="264"/>
            <ac:picMk id="5" creationId="{194A3583-A9E3-5488-8723-8FCE2519C053}"/>
          </ac:picMkLst>
        </pc:picChg>
        <pc:picChg chg="add mod">
          <ac:chgData name="Mienta,Kevin" userId="5c3eccfc-9e72-4648-bf74-07f226409b69" providerId="ADAL" clId="{2007D730-7A7A-47A5-958F-E48FC4E58A79}" dt="2024-12-13T17:10:59.446" v="3"/>
          <ac:picMkLst>
            <pc:docMk/>
            <pc:sldMk cId="183070376" sldId="264"/>
            <ac:picMk id="11" creationId="{30B4CA00-C695-AD93-EF4A-D8E839065BC7}"/>
          </ac:picMkLst>
        </pc:picChg>
      </pc:sldChg>
      <pc:sldChg chg="modSp">
        <pc:chgData name="Mienta,Kevin" userId="5c3eccfc-9e72-4648-bf74-07f226409b69" providerId="ADAL" clId="{2007D730-7A7A-47A5-958F-E48FC4E58A79}" dt="2024-12-12T06:06:36.593" v="0" actId="20577"/>
        <pc:sldMkLst>
          <pc:docMk/>
          <pc:sldMk cId="2322108070" sldId="282"/>
        </pc:sldMkLst>
        <pc:spChg chg="mod">
          <ac:chgData name="Mienta,Kevin" userId="5c3eccfc-9e72-4648-bf74-07f226409b69" providerId="ADAL" clId="{2007D730-7A7A-47A5-958F-E48FC4E58A79}" dt="2024-12-12T06:06:36.593" v="0" actId="20577"/>
          <ac:spMkLst>
            <pc:docMk/>
            <pc:sldMk cId="2322108070" sldId="282"/>
            <ac:spMk id="7" creationId="{9491F1AB-2D28-F5EE-1C1C-BD1442B79D1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17FF59-CE85-49AF-9AF3-A1D18C8CC714}" type="doc">
      <dgm:prSet loTypeId="urn:microsoft.com/office/officeart/2005/8/layout/hList1" loCatId="list" qsTypeId="urn:microsoft.com/office/officeart/2005/8/quickstyle/simple1" qsCatId="simple" csTypeId="urn:microsoft.com/office/officeart/2005/8/colors/colorful4" csCatId="colorful" phldr="1"/>
      <dgm:spPr/>
      <dgm:t>
        <a:bodyPr/>
        <a:lstStyle/>
        <a:p>
          <a:endParaRPr lang="en-US"/>
        </a:p>
      </dgm:t>
    </dgm:pt>
    <dgm:pt modelId="{E7B443D5-FD6A-4042-8539-18D929B88F9C}">
      <dgm:prSet phldrT="[Text]"/>
      <dgm:spPr/>
      <dgm:t>
        <a:bodyPr/>
        <a:lstStyle/>
        <a:p>
          <a:pPr>
            <a:buNone/>
          </a:pPr>
          <a:r>
            <a:rPr lang="en-US" b="1" dirty="0">
              <a:ea typeface="+mn-lt"/>
              <a:cs typeface="+mn-lt"/>
            </a:rPr>
            <a:t>Why We Chose This Project</a:t>
          </a:r>
          <a:endParaRPr lang="en-US" dirty="0"/>
        </a:p>
      </dgm:t>
    </dgm:pt>
    <dgm:pt modelId="{7E20B52A-67AE-476D-9BD1-CA1AE4D27582}" type="parTrans" cxnId="{60D546F7-CA37-4043-9C24-C470769C101A}">
      <dgm:prSet/>
      <dgm:spPr/>
      <dgm:t>
        <a:bodyPr/>
        <a:lstStyle/>
        <a:p>
          <a:endParaRPr lang="en-US"/>
        </a:p>
      </dgm:t>
    </dgm:pt>
    <dgm:pt modelId="{0A8333B8-23F4-4069-99F6-BF2B7E612CC8}" type="sibTrans" cxnId="{60D546F7-CA37-4043-9C24-C470769C101A}">
      <dgm:prSet/>
      <dgm:spPr/>
      <dgm:t>
        <a:bodyPr/>
        <a:lstStyle/>
        <a:p>
          <a:endParaRPr lang="en-US"/>
        </a:p>
      </dgm:t>
    </dgm:pt>
    <dgm:pt modelId="{F9722492-97E1-4BF2-87AA-2DB6B31FE37F}">
      <dgm:prSet phldrT="[Text]"/>
      <dgm:spPr/>
      <dgm:t>
        <a:bodyPr/>
        <a:lstStyle/>
        <a:p>
          <a:r>
            <a:rPr lang="en-US" dirty="0"/>
            <a:t>Advancing Silicon Photonics</a:t>
          </a:r>
        </a:p>
      </dgm:t>
    </dgm:pt>
    <dgm:pt modelId="{AE8A8C23-AB50-4AE5-B8EF-43D6022F6DEA}" type="parTrans" cxnId="{066FC464-A100-4E36-A1E1-658BE46EB0D5}">
      <dgm:prSet/>
      <dgm:spPr/>
      <dgm:t>
        <a:bodyPr/>
        <a:lstStyle/>
        <a:p>
          <a:endParaRPr lang="en-US"/>
        </a:p>
      </dgm:t>
    </dgm:pt>
    <dgm:pt modelId="{0E8F6124-E761-42BF-A88D-B12F2C84CD91}" type="sibTrans" cxnId="{066FC464-A100-4E36-A1E1-658BE46EB0D5}">
      <dgm:prSet/>
      <dgm:spPr/>
      <dgm:t>
        <a:bodyPr/>
        <a:lstStyle/>
        <a:p>
          <a:endParaRPr lang="en-US"/>
        </a:p>
      </dgm:t>
    </dgm:pt>
    <dgm:pt modelId="{DBD66E84-87D1-422F-B5C5-0AA82C0D0B3E}">
      <dgm:prSet phldrT="[Text]"/>
      <dgm:spPr/>
      <dgm:t>
        <a:bodyPr/>
        <a:lstStyle/>
        <a:p>
          <a:r>
            <a:rPr lang="en-US" b="1" dirty="0">
              <a:cs typeface="Arial"/>
            </a:rPr>
            <a:t>Results Achieved</a:t>
          </a:r>
          <a:endParaRPr lang="en-US" dirty="0"/>
        </a:p>
      </dgm:t>
    </dgm:pt>
    <dgm:pt modelId="{EC97856D-04B9-4D96-8E38-037526F3F5C3}" type="parTrans" cxnId="{E56A5BCE-1AF6-4911-8557-F227F2898076}">
      <dgm:prSet/>
      <dgm:spPr/>
      <dgm:t>
        <a:bodyPr/>
        <a:lstStyle/>
        <a:p>
          <a:endParaRPr lang="en-US"/>
        </a:p>
      </dgm:t>
    </dgm:pt>
    <dgm:pt modelId="{B7AD46B9-0AAC-4AD7-B903-A6AD232D72A2}" type="sibTrans" cxnId="{E56A5BCE-1AF6-4911-8557-F227F2898076}">
      <dgm:prSet/>
      <dgm:spPr/>
      <dgm:t>
        <a:bodyPr/>
        <a:lstStyle/>
        <a:p>
          <a:endParaRPr lang="en-US"/>
        </a:p>
      </dgm:t>
    </dgm:pt>
    <dgm:pt modelId="{E25E007B-9137-4C75-8744-688D1FEBC77D}">
      <dgm:prSet phldrT="[Text]"/>
      <dgm:spPr/>
      <dgm:t>
        <a:bodyPr/>
        <a:lstStyle/>
        <a:p>
          <a:pPr>
            <a:buFont typeface="Arial"/>
            <a:buChar char="•"/>
          </a:pPr>
          <a:r>
            <a:rPr lang="en-US" dirty="0">
              <a:cs typeface="Arial"/>
            </a:rPr>
            <a:t>Material Comparison</a:t>
          </a:r>
          <a:endParaRPr lang="en-US" dirty="0"/>
        </a:p>
      </dgm:t>
    </dgm:pt>
    <dgm:pt modelId="{E9F6F317-BE05-4A70-AD9C-84397F765703}" type="parTrans" cxnId="{9BCBDB3B-140F-46FC-BD93-018F63FD67E4}">
      <dgm:prSet/>
      <dgm:spPr/>
      <dgm:t>
        <a:bodyPr/>
        <a:lstStyle/>
        <a:p>
          <a:endParaRPr lang="en-US"/>
        </a:p>
      </dgm:t>
    </dgm:pt>
    <dgm:pt modelId="{58C69772-A60F-4DA7-89A8-DBD9C397089C}" type="sibTrans" cxnId="{9BCBDB3B-140F-46FC-BD93-018F63FD67E4}">
      <dgm:prSet/>
      <dgm:spPr/>
      <dgm:t>
        <a:bodyPr/>
        <a:lstStyle/>
        <a:p>
          <a:endParaRPr lang="en-US"/>
        </a:p>
      </dgm:t>
    </dgm:pt>
    <dgm:pt modelId="{4ABA90DB-FA91-4D59-A8A8-B2AFD4D58900}">
      <dgm:prSet phldrT="[Text]"/>
      <dgm:spPr/>
      <dgm:t>
        <a:bodyPr/>
        <a:lstStyle/>
        <a:p>
          <a:r>
            <a:rPr lang="en-US" b="1" dirty="0">
              <a:ea typeface="+mn-lt"/>
              <a:cs typeface="+mn-lt"/>
            </a:rPr>
            <a:t>Industry Impact</a:t>
          </a:r>
          <a:endParaRPr lang="en-US" dirty="0"/>
        </a:p>
      </dgm:t>
    </dgm:pt>
    <dgm:pt modelId="{FA160F8B-C140-4788-84B0-0D138E24FBDA}" type="parTrans" cxnId="{A9F2B517-F4B8-49DA-8879-650F54588A99}">
      <dgm:prSet/>
      <dgm:spPr/>
      <dgm:t>
        <a:bodyPr/>
        <a:lstStyle/>
        <a:p>
          <a:endParaRPr lang="en-US"/>
        </a:p>
      </dgm:t>
    </dgm:pt>
    <dgm:pt modelId="{5730C6D8-3205-4610-9E7C-98D77E9A063A}" type="sibTrans" cxnId="{A9F2B517-F4B8-49DA-8879-650F54588A99}">
      <dgm:prSet/>
      <dgm:spPr/>
      <dgm:t>
        <a:bodyPr/>
        <a:lstStyle/>
        <a:p>
          <a:endParaRPr lang="en-US"/>
        </a:p>
      </dgm:t>
    </dgm:pt>
    <dgm:pt modelId="{A73CC5C0-55A1-4523-9AD9-D73DD5E8AB40}">
      <dgm:prSet phldrT="[Text]"/>
      <dgm:spPr/>
      <dgm:t>
        <a:bodyPr/>
        <a:lstStyle/>
        <a:p>
          <a:r>
            <a:rPr lang="en-US" dirty="0"/>
            <a:t>Enhanced Energy Efficiency</a:t>
          </a:r>
        </a:p>
      </dgm:t>
    </dgm:pt>
    <dgm:pt modelId="{B1DB1077-FC51-47BE-9A39-02214F0DB67D}" type="parTrans" cxnId="{752205E6-1CE8-4A51-A28E-3F354BFBCC2F}">
      <dgm:prSet/>
      <dgm:spPr/>
      <dgm:t>
        <a:bodyPr/>
        <a:lstStyle/>
        <a:p>
          <a:endParaRPr lang="en-US"/>
        </a:p>
      </dgm:t>
    </dgm:pt>
    <dgm:pt modelId="{7913D7C8-0079-4ED4-8D11-C26A11A94CF0}" type="sibTrans" cxnId="{752205E6-1CE8-4A51-A28E-3F354BFBCC2F}">
      <dgm:prSet/>
      <dgm:spPr/>
      <dgm:t>
        <a:bodyPr/>
        <a:lstStyle/>
        <a:p>
          <a:endParaRPr lang="en-US"/>
        </a:p>
      </dgm:t>
    </dgm:pt>
    <dgm:pt modelId="{1CE879C1-4EFE-4D71-B46D-E1E2242F9D30}">
      <dgm:prSet/>
      <dgm:spPr/>
      <dgm:t>
        <a:bodyPr/>
        <a:lstStyle/>
        <a:p>
          <a:r>
            <a:rPr lang="en-US" dirty="0"/>
            <a:t>Energy Optimization</a:t>
          </a:r>
        </a:p>
      </dgm:t>
    </dgm:pt>
    <dgm:pt modelId="{061821B3-2CBC-4040-88A9-D25E54751960}" type="parTrans" cxnId="{B4B872B9-8B71-4E4F-B8AD-A4D9C3790750}">
      <dgm:prSet/>
      <dgm:spPr/>
      <dgm:t>
        <a:bodyPr/>
        <a:lstStyle/>
        <a:p>
          <a:endParaRPr lang="en-US"/>
        </a:p>
      </dgm:t>
    </dgm:pt>
    <dgm:pt modelId="{7AF4EDCD-CDBF-4B78-8034-371DA8AA5C17}" type="sibTrans" cxnId="{B4B872B9-8B71-4E4F-B8AD-A4D9C3790750}">
      <dgm:prSet/>
      <dgm:spPr/>
      <dgm:t>
        <a:bodyPr/>
        <a:lstStyle/>
        <a:p>
          <a:endParaRPr lang="en-US"/>
        </a:p>
      </dgm:t>
    </dgm:pt>
    <dgm:pt modelId="{12B05984-256A-4DA6-A665-56A0FDC053AE}">
      <dgm:prSet/>
      <dgm:spPr/>
      <dgm:t>
        <a:bodyPr/>
        <a:lstStyle/>
        <a:p>
          <a:r>
            <a:rPr lang="en-US" dirty="0"/>
            <a:t>Practical Applications</a:t>
          </a:r>
        </a:p>
      </dgm:t>
    </dgm:pt>
    <dgm:pt modelId="{A6568416-604E-49E8-86FE-C721548F5FF5}" type="parTrans" cxnId="{CA709FD5-5401-478B-8C8D-18E2EA09DB4E}">
      <dgm:prSet/>
      <dgm:spPr/>
      <dgm:t>
        <a:bodyPr/>
        <a:lstStyle/>
        <a:p>
          <a:endParaRPr lang="en-US"/>
        </a:p>
      </dgm:t>
    </dgm:pt>
    <dgm:pt modelId="{E1E8FED1-05D8-4FF1-A5E0-04E573827C15}" type="sibTrans" cxnId="{CA709FD5-5401-478B-8C8D-18E2EA09DB4E}">
      <dgm:prSet/>
      <dgm:spPr/>
      <dgm:t>
        <a:bodyPr/>
        <a:lstStyle/>
        <a:p>
          <a:endParaRPr lang="en-US"/>
        </a:p>
      </dgm:t>
    </dgm:pt>
    <dgm:pt modelId="{37C6DF18-D013-4E1E-8D79-C853D7B86E2E}">
      <dgm:prSet/>
      <dgm:spPr/>
      <dgm:t>
        <a:bodyPr/>
        <a:lstStyle/>
        <a:p>
          <a:r>
            <a:rPr lang="en-US" dirty="0"/>
            <a:t>Cost-Effective Solutions</a:t>
          </a:r>
        </a:p>
      </dgm:t>
    </dgm:pt>
    <dgm:pt modelId="{53A45C3F-CF3B-426B-9391-1F2FEE30463E}" type="parTrans" cxnId="{A65EFB7C-2C86-4E5D-B297-87CFEF34F865}">
      <dgm:prSet/>
      <dgm:spPr/>
      <dgm:t>
        <a:bodyPr/>
        <a:lstStyle/>
        <a:p>
          <a:endParaRPr lang="en-US"/>
        </a:p>
      </dgm:t>
    </dgm:pt>
    <dgm:pt modelId="{A9103C83-AE72-4623-8A78-3425AC2DA151}" type="sibTrans" cxnId="{A65EFB7C-2C86-4E5D-B297-87CFEF34F865}">
      <dgm:prSet/>
      <dgm:spPr/>
      <dgm:t>
        <a:bodyPr/>
        <a:lstStyle/>
        <a:p>
          <a:endParaRPr lang="en-US"/>
        </a:p>
      </dgm:t>
    </dgm:pt>
    <dgm:pt modelId="{DAAC36EA-C794-40A7-8E97-AC88B2822841}">
      <dgm:prSet/>
      <dgm:spPr/>
      <dgm:t>
        <a:bodyPr/>
        <a:lstStyle/>
        <a:p>
          <a:r>
            <a:rPr lang="en-US" dirty="0"/>
            <a:t>Research Relevance</a:t>
          </a:r>
        </a:p>
      </dgm:t>
    </dgm:pt>
    <dgm:pt modelId="{47F5324B-579B-4F7E-970E-967BD007E810}" type="parTrans" cxnId="{C391384D-4979-4AB3-809E-2D4D3DE06D0F}">
      <dgm:prSet/>
      <dgm:spPr/>
      <dgm:t>
        <a:bodyPr/>
        <a:lstStyle/>
        <a:p>
          <a:endParaRPr lang="en-US"/>
        </a:p>
      </dgm:t>
    </dgm:pt>
    <dgm:pt modelId="{C240F058-6C33-41A7-8721-9912B741DD32}" type="sibTrans" cxnId="{C391384D-4979-4AB3-809E-2D4D3DE06D0F}">
      <dgm:prSet/>
      <dgm:spPr/>
      <dgm:t>
        <a:bodyPr/>
        <a:lstStyle/>
        <a:p>
          <a:endParaRPr lang="en-US"/>
        </a:p>
      </dgm:t>
    </dgm:pt>
    <dgm:pt modelId="{CD4F040A-D899-44F5-A282-C25D0986F6C2}">
      <dgm:prSet/>
      <dgm:spPr/>
      <dgm:t>
        <a:bodyPr/>
        <a:lstStyle/>
        <a:p>
          <a:r>
            <a:rPr lang="en-US" dirty="0">
              <a:cs typeface="Arial"/>
            </a:rPr>
            <a:t>Phase Shift Insights</a:t>
          </a:r>
        </a:p>
      </dgm:t>
    </dgm:pt>
    <dgm:pt modelId="{D1A5CD95-075E-43DD-AC9A-D4F9C9223365}" type="parTrans" cxnId="{6991E527-EAD8-4A03-A851-0208D5706E73}">
      <dgm:prSet/>
      <dgm:spPr/>
      <dgm:t>
        <a:bodyPr/>
        <a:lstStyle/>
        <a:p>
          <a:endParaRPr lang="en-US"/>
        </a:p>
      </dgm:t>
    </dgm:pt>
    <dgm:pt modelId="{C5DB6280-594C-425D-974F-700ED9A0DC4F}" type="sibTrans" cxnId="{6991E527-EAD8-4A03-A851-0208D5706E73}">
      <dgm:prSet/>
      <dgm:spPr/>
      <dgm:t>
        <a:bodyPr/>
        <a:lstStyle/>
        <a:p>
          <a:endParaRPr lang="en-US"/>
        </a:p>
      </dgm:t>
    </dgm:pt>
    <dgm:pt modelId="{BF696173-CF67-4FF9-82FB-E9B11BE3EBF9}">
      <dgm:prSet/>
      <dgm:spPr/>
      <dgm:t>
        <a:bodyPr/>
        <a:lstStyle/>
        <a:p>
          <a:r>
            <a:rPr lang="en-US" dirty="0">
              <a:cs typeface="Arial"/>
            </a:rPr>
            <a:t>Loss Analysis</a:t>
          </a:r>
        </a:p>
      </dgm:t>
    </dgm:pt>
    <dgm:pt modelId="{870E3245-1536-4D9F-84C4-F0E8929E3806}" type="parTrans" cxnId="{1A0E3E05-5EA2-41EF-A523-07B95E181DDB}">
      <dgm:prSet/>
      <dgm:spPr/>
      <dgm:t>
        <a:bodyPr/>
        <a:lstStyle/>
        <a:p>
          <a:endParaRPr lang="en-US"/>
        </a:p>
      </dgm:t>
    </dgm:pt>
    <dgm:pt modelId="{45D30B45-B5C1-4F0B-87BC-4C3C92576FFD}" type="sibTrans" cxnId="{1A0E3E05-5EA2-41EF-A523-07B95E181DDB}">
      <dgm:prSet/>
      <dgm:spPr/>
      <dgm:t>
        <a:bodyPr/>
        <a:lstStyle/>
        <a:p>
          <a:endParaRPr lang="en-US"/>
        </a:p>
      </dgm:t>
    </dgm:pt>
    <dgm:pt modelId="{C75058BD-7D8A-4550-AE9C-D1E1EBDAD9A7}">
      <dgm:prSet/>
      <dgm:spPr/>
      <dgm:t>
        <a:bodyPr/>
        <a:lstStyle/>
        <a:p>
          <a:r>
            <a:rPr lang="en-US" dirty="0">
              <a:cs typeface="Arial"/>
            </a:rPr>
            <a:t>Matrix Multiplication Insights</a:t>
          </a:r>
        </a:p>
      </dgm:t>
    </dgm:pt>
    <dgm:pt modelId="{293752D0-A3C2-4528-8FD5-4C35404775D7}" type="parTrans" cxnId="{83B244E9-C2AC-484C-8753-A174DFD8EFCB}">
      <dgm:prSet/>
      <dgm:spPr/>
      <dgm:t>
        <a:bodyPr/>
        <a:lstStyle/>
        <a:p>
          <a:endParaRPr lang="en-US"/>
        </a:p>
      </dgm:t>
    </dgm:pt>
    <dgm:pt modelId="{93386408-F8C6-4F6B-8FA5-FD6433A678C7}" type="sibTrans" cxnId="{83B244E9-C2AC-484C-8753-A174DFD8EFCB}">
      <dgm:prSet/>
      <dgm:spPr/>
      <dgm:t>
        <a:bodyPr/>
        <a:lstStyle/>
        <a:p>
          <a:endParaRPr lang="en-US"/>
        </a:p>
      </dgm:t>
    </dgm:pt>
    <dgm:pt modelId="{74F0D534-9FD7-414D-B8C6-1AF6FF1B7DF7}">
      <dgm:prSet/>
      <dgm:spPr/>
      <dgm:t>
        <a:bodyPr/>
        <a:lstStyle/>
        <a:p>
          <a:endParaRPr lang="en-US" dirty="0">
            <a:cs typeface="Arial"/>
          </a:endParaRPr>
        </a:p>
      </dgm:t>
    </dgm:pt>
    <dgm:pt modelId="{81C7FAA7-CE8E-445D-9EF5-7687DB3599B3}" type="parTrans" cxnId="{829EFF57-36DE-4C57-A90A-F42F13C14C64}">
      <dgm:prSet/>
      <dgm:spPr/>
      <dgm:t>
        <a:bodyPr/>
        <a:lstStyle/>
        <a:p>
          <a:endParaRPr lang="en-US"/>
        </a:p>
      </dgm:t>
    </dgm:pt>
    <dgm:pt modelId="{F5D8ED1C-59B2-4297-9593-8367771FB4FA}" type="sibTrans" cxnId="{829EFF57-36DE-4C57-A90A-F42F13C14C64}">
      <dgm:prSet/>
      <dgm:spPr/>
      <dgm:t>
        <a:bodyPr/>
        <a:lstStyle/>
        <a:p>
          <a:endParaRPr lang="en-US"/>
        </a:p>
      </dgm:t>
    </dgm:pt>
    <dgm:pt modelId="{BBDF5AEF-7B5F-4D49-8EE6-E4A5673A3C5B}">
      <dgm:prSet/>
      <dgm:spPr/>
      <dgm:t>
        <a:bodyPr/>
        <a:lstStyle/>
        <a:p>
          <a:r>
            <a:rPr lang="en-US"/>
            <a:t>Improved Device Performance</a:t>
          </a:r>
          <a:endParaRPr lang="en-US" dirty="0">
            <a:cs typeface="Arial"/>
          </a:endParaRPr>
        </a:p>
      </dgm:t>
    </dgm:pt>
    <dgm:pt modelId="{36312874-AA05-46EB-BBED-4E63A2F82025}" type="parTrans" cxnId="{5753367D-4B5C-4CBA-9266-E0DF8502A78A}">
      <dgm:prSet/>
      <dgm:spPr/>
      <dgm:t>
        <a:bodyPr/>
        <a:lstStyle/>
        <a:p>
          <a:endParaRPr lang="en-US"/>
        </a:p>
      </dgm:t>
    </dgm:pt>
    <dgm:pt modelId="{947377C2-CC47-4C14-9453-DD79BAC6261A}" type="sibTrans" cxnId="{5753367D-4B5C-4CBA-9266-E0DF8502A78A}">
      <dgm:prSet/>
      <dgm:spPr/>
      <dgm:t>
        <a:bodyPr/>
        <a:lstStyle/>
        <a:p>
          <a:endParaRPr lang="en-US"/>
        </a:p>
      </dgm:t>
    </dgm:pt>
    <dgm:pt modelId="{1C24E4B0-7E5C-44CB-BB75-5B1E7428FA04}">
      <dgm:prSet/>
      <dgm:spPr/>
      <dgm:t>
        <a:bodyPr/>
        <a:lstStyle/>
        <a:p>
          <a:endParaRPr lang="en-US" dirty="0">
            <a:cs typeface="Arial"/>
          </a:endParaRPr>
        </a:p>
      </dgm:t>
    </dgm:pt>
    <dgm:pt modelId="{C1D6BCB4-5A25-4B23-978E-5BC92C62C259}" type="parTrans" cxnId="{20A2FDDE-865E-45BF-A9C2-4277003F8C73}">
      <dgm:prSet/>
      <dgm:spPr/>
      <dgm:t>
        <a:bodyPr/>
        <a:lstStyle/>
        <a:p>
          <a:endParaRPr lang="en-US"/>
        </a:p>
      </dgm:t>
    </dgm:pt>
    <dgm:pt modelId="{7D644CFF-4F80-4B62-8E88-1709093D946E}" type="sibTrans" cxnId="{20A2FDDE-865E-45BF-A9C2-4277003F8C73}">
      <dgm:prSet/>
      <dgm:spPr/>
      <dgm:t>
        <a:bodyPr/>
        <a:lstStyle/>
        <a:p>
          <a:endParaRPr lang="en-US"/>
        </a:p>
      </dgm:t>
    </dgm:pt>
    <dgm:pt modelId="{8525D1F9-6F5E-43C5-8FF7-FFDF1F118778}">
      <dgm:prSet/>
      <dgm:spPr/>
      <dgm:t>
        <a:bodyPr/>
        <a:lstStyle/>
        <a:p>
          <a:r>
            <a:rPr lang="en-US"/>
            <a:t>Scalability</a:t>
          </a:r>
          <a:endParaRPr lang="en-US" dirty="0">
            <a:cs typeface="Arial"/>
          </a:endParaRPr>
        </a:p>
      </dgm:t>
    </dgm:pt>
    <dgm:pt modelId="{F45B64DB-328E-4901-8D3C-963DE72C2B25}" type="parTrans" cxnId="{C5A21A4B-E1D4-48BD-A0BB-C02ED3FC2F9C}">
      <dgm:prSet/>
      <dgm:spPr/>
      <dgm:t>
        <a:bodyPr/>
        <a:lstStyle/>
        <a:p>
          <a:endParaRPr lang="en-US"/>
        </a:p>
      </dgm:t>
    </dgm:pt>
    <dgm:pt modelId="{0DC6B9DF-3FA8-4B17-A814-4BAFAA7B3E66}" type="sibTrans" cxnId="{C5A21A4B-E1D4-48BD-A0BB-C02ED3FC2F9C}">
      <dgm:prSet/>
      <dgm:spPr/>
      <dgm:t>
        <a:bodyPr/>
        <a:lstStyle/>
        <a:p>
          <a:endParaRPr lang="en-US"/>
        </a:p>
      </dgm:t>
    </dgm:pt>
    <dgm:pt modelId="{D4818871-B105-4BA0-BBE0-93DE929390A8}">
      <dgm:prSet/>
      <dgm:spPr/>
      <dgm:t>
        <a:bodyPr/>
        <a:lstStyle/>
        <a:p>
          <a:endParaRPr lang="en-US" dirty="0">
            <a:cs typeface="Arial"/>
          </a:endParaRPr>
        </a:p>
      </dgm:t>
    </dgm:pt>
    <dgm:pt modelId="{B3E25295-5FBB-4994-A4A1-086150E41BEB}" type="parTrans" cxnId="{DBA3A918-3CF7-437A-855C-88DA16A79FF6}">
      <dgm:prSet/>
      <dgm:spPr/>
      <dgm:t>
        <a:bodyPr/>
        <a:lstStyle/>
        <a:p>
          <a:endParaRPr lang="en-US"/>
        </a:p>
      </dgm:t>
    </dgm:pt>
    <dgm:pt modelId="{494767F1-2640-4E32-A3B8-F6D809609504}" type="sibTrans" cxnId="{DBA3A918-3CF7-437A-855C-88DA16A79FF6}">
      <dgm:prSet/>
      <dgm:spPr/>
      <dgm:t>
        <a:bodyPr/>
        <a:lstStyle/>
        <a:p>
          <a:endParaRPr lang="en-US"/>
        </a:p>
      </dgm:t>
    </dgm:pt>
    <dgm:pt modelId="{6E0F658C-F987-4612-A667-9847489FC020}">
      <dgm:prSet/>
      <dgm:spPr/>
      <dgm:t>
        <a:bodyPr/>
        <a:lstStyle/>
        <a:p>
          <a:r>
            <a:rPr lang="en-US"/>
            <a:t>Support for AI Hardware</a:t>
          </a:r>
          <a:endParaRPr lang="en-US" dirty="0">
            <a:cs typeface="Arial"/>
          </a:endParaRPr>
        </a:p>
      </dgm:t>
    </dgm:pt>
    <dgm:pt modelId="{DE5DFB50-17C7-4ABC-B29B-4D0E19123C5E}" type="parTrans" cxnId="{80FFAF80-ED7D-4E49-8878-03C262D86F30}">
      <dgm:prSet/>
      <dgm:spPr/>
      <dgm:t>
        <a:bodyPr/>
        <a:lstStyle/>
        <a:p>
          <a:endParaRPr lang="en-US"/>
        </a:p>
      </dgm:t>
    </dgm:pt>
    <dgm:pt modelId="{1F271E40-B983-44BA-960A-07165ABFCE6A}" type="sibTrans" cxnId="{80FFAF80-ED7D-4E49-8878-03C262D86F30}">
      <dgm:prSet/>
      <dgm:spPr/>
      <dgm:t>
        <a:bodyPr/>
        <a:lstStyle/>
        <a:p>
          <a:endParaRPr lang="en-US"/>
        </a:p>
      </dgm:t>
    </dgm:pt>
    <dgm:pt modelId="{911133CC-CC1C-4992-B11F-A698B9A2A790}">
      <dgm:prSet/>
      <dgm:spPr/>
      <dgm:t>
        <a:bodyPr/>
        <a:lstStyle/>
        <a:p>
          <a:endParaRPr lang="en-US" dirty="0">
            <a:cs typeface="Arial"/>
          </a:endParaRPr>
        </a:p>
      </dgm:t>
    </dgm:pt>
    <dgm:pt modelId="{C598E1D1-D140-4DAC-BA18-97A54DA37323}" type="parTrans" cxnId="{FA6C67C4-6ED0-4EAF-BEE7-4B3BA07B215E}">
      <dgm:prSet/>
      <dgm:spPr/>
      <dgm:t>
        <a:bodyPr/>
        <a:lstStyle/>
        <a:p>
          <a:endParaRPr lang="en-US"/>
        </a:p>
      </dgm:t>
    </dgm:pt>
    <dgm:pt modelId="{1A255454-F1FD-4E25-AC0C-813414705C46}" type="sibTrans" cxnId="{FA6C67C4-6ED0-4EAF-BEE7-4B3BA07B215E}">
      <dgm:prSet/>
      <dgm:spPr/>
      <dgm:t>
        <a:bodyPr/>
        <a:lstStyle/>
        <a:p>
          <a:endParaRPr lang="en-US"/>
        </a:p>
      </dgm:t>
    </dgm:pt>
    <dgm:pt modelId="{09C62F6E-C48E-43AA-A776-8A5B50D09510}">
      <dgm:prSet/>
      <dgm:spPr/>
      <dgm:t>
        <a:bodyPr/>
        <a:lstStyle/>
        <a:p>
          <a:r>
            <a:rPr lang="en-US" dirty="0"/>
            <a:t>Future Innovations</a:t>
          </a:r>
          <a:endParaRPr lang="en-US" dirty="0">
            <a:cs typeface="Arial"/>
          </a:endParaRPr>
        </a:p>
      </dgm:t>
    </dgm:pt>
    <dgm:pt modelId="{C2F00841-3940-4A6B-A6A9-EA8C3DB2F0B6}" type="parTrans" cxnId="{2A71A050-0E4F-4C71-B8E7-B022CC4D9265}">
      <dgm:prSet/>
      <dgm:spPr/>
      <dgm:t>
        <a:bodyPr/>
        <a:lstStyle/>
        <a:p>
          <a:endParaRPr lang="en-US"/>
        </a:p>
      </dgm:t>
    </dgm:pt>
    <dgm:pt modelId="{34DDE9AE-9CDD-4A39-90D0-D7050ABBFA9E}" type="sibTrans" cxnId="{2A71A050-0E4F-4C71-B8E7-B022CC4D9265}">
      <dgm:prSet/>
      <dgm:spPr/>
      <dgm:t>
        <a:bodyPr/>
        <a:lstStyle/>
        <a:p>
          <a:endParaRPr lang="en-US"/>
        </a:p>
      </dgm:t>
    </dgm:pt>
    <dgm:pt modelId="{5118917B-9B11-46D6-B4BD-3B6FCA48656B}">
      <dgm:prSet phldrT="[Text]"/>
      <dgm:spPr/>
      <dgm:t>
        <a:bodyPr/>
        <a:lstStyle/>
        <a:p>
          <a:pPr>
            <a:buFont typeface="Arial"/>
            <a:buChar char="•"/>
          </a:pPr>
          <a:endParaRPr lang="en-US" dirty="0"/>
        </a:p>
      </dgm:t>
    </dgm:pt>
    <dgm:pt modelId="{1AC009D4-CE76-4217-B901-02491446B02B}" type="parTrans" cxnId="{142235EE-0F33-49DB-A1CE-F033267CFBFE}">
      <dgm:prSet/>
      <dgm:spPr/>
      <dgm:t>
        <a:bodyPr/>
        <a:lstStyle/>
        <a:p>
          <a:endParaRPr lang="en-US"/>
        </a:p>
      </dgm:t>
    </dgm:pt>
    <dgm:pt modelId="{989656C1-4990-4AA9-B7CD-DF89C2235D2B}" type="sibTrans" cxnId="{142235EE-0F33-49DB-A1CE-F033267CFBFE}">
      <dgm:prSet/>
      <dgm:spPr/>
      <dgm:t>
        <a:bodyPr/>
        <a:lstStyle/>
        <a:p>
          <a:endParaRPr lang="en-US"/>
        </a:p>
      </dgm:t>
    </dgm:pt>
    <dgm:pt modelId="{1669452A-DA6B-489B-A0DF-9E31AB75A042}">
      <dgm:prSet/>
      <dgm:spPr/>
      <dgm:t>
        <a:bodyPr/>
        <a:lstStyle/>
        <a:p>
          <a:endParaRPr lang="en-US" dirty="0">
            <a:cs typeface="Arial"/>
          </a:endParaRPr>
        </a:p>
      </dgm:t>
    </dgm:pt>
    <dgm:pt modelId="{87487B33-22EA-479D-867C-B117AA4B4846}" type="parTrans" cxnId="{721802ED-E714-4305-9F32-5E7C5BF17B01}">
      <dgm:prSet/>
      <dgm:spPr/>
      <dgm:t>
        <a:bodyPr/>
        <a:lstStyle/>
        <a:p>
          <a:endParaRPr lang="en-US"/>
        </a:p>
      </dgm:t>
    </dgm:pt>
    <dgm:pt modelId="{AB199DC1-C910-44D0-BFE7-41DC9C547B2E}" type="sibTrans" cxnId="{721802ED-E714-4305-9F32-5E7C5BF17B01}">
      <dgm:prSet/>
      <dgm:spPr/>
      <dgm:t>
        <a:bodyPr/>
        <a:lstStyle/>
        <a:p>
          <a:endParaRPr lang="en-US"/>
        </a:p>
      </dgm:t>
    </dgm:pt>
    <dgm:pt modelId="{2695FCCD-80F2-46F8-AD04-CFBF2C24C76C}">
      <dgm:prSet/>
      <dgm:spPr/>
      <dgm:t>
        <a:bodyPr/>
        <a:lstStyle/>
        <a:p>
          <a:endParaRPr lang="en-US" dirty="0">
            <a:cs typeface="Arial"/>
          </a:endParaRPr>
        </a:p>
      </dgm:t>
    </dgm:pt>
    <dgm:pt modelId="{F610E205-02C1-4C7A-9866-29ADC978640A}" type="parTrans" cxnId="{8478700E-A42A-4993-8E05-48D9F9D7FE2D}">
      <dgm:prSet/>
      <dgm:spPr/>
      <dgm:t>
        <a:bodyPr/>
        <a:lstStyle/>
        <a:p>
          <a:endParaRPr lang="en-US"/>
        </a:p>
      </dgm:t>
    </dgm:pt>
    <dgm:pt modelId="{B1231B0A-2F06-478B-A1D4-B659AEF04E13}" type="sibTrans" cxnId="{8478700E-A42A-4993-8E05-48D9F9D7FE2D}">
      <dgm:prSet/>
      <dgm:spPr/>
      <dgm:t>
        <a:bodyPr/>
        <a:lstStyle/>
        <a:p>
          <a:endParaRPr lang="en-US"/>
        </a:p>
      </dgm:t>
    </dgm:pt>
    <dgm:pt modelId="{998DC57A-2633-46F9-8A4C-F99FDFEC8518}">
      <dgm:prSet phldrT="[Text]"/>
      <dgm:spPr/>
      <dgm:t>
        <a:bodyPr/>
        <a:lstStyle/>
        <a:p>
          <a:endParaRPr lang="en-US" dirty="0"/>
        </a:p>
      </dgm:t>
    </dgm:pt>
    <dgm:pt modelId="{3FB00F3A-5849-4304-BAA1-50E214D2F8F0}" type="parTrans" cxnId="{97EB0E23-B245-4BE2-BD28-D27DD65F311D}">
      <dgm:prSet/>
      <dgm:spPr/>
      <dgm:t>
        <a:bodyPr/>
        <a:lstStyle/>
        <a:p>
          <a:endParaRPr lang="en-US"/>
        </a:p>
      </dgm:t>
    </dgm:pt>
    <dgm:pt modelId="{EB7EF00C-2B36-4AC8-BB57-61AD4E2D94F4}" type="sibTrans" cxnId="{97EB0E23-B245-4BE2-BD28-D27DD65F311D}">
      <dgm:prSet/>
      <dgm:spPr/>
      <dgm:t>
        <a:bodyPr/>
        <a:lstStyle/>
        <a:p>
          <a:endParaRPr lang="en-US"/>
        </a:p>
      </dgm:t>
    </dgm:pt>
    <dgm:pt modelId="{986A96B3-4B6F-4A3F-8C9B-4844FE3F6BA6}">
      <dgm:prSet/>
      <dgm:spPr/>
      <dgm:t>
        <a:bodyPr/>
        <a:lstStyle/>
        <a:p>
          <a:endParaRPr lang="en-US" dirty="0"/>
        </a:p>
      </dgm:t>
    </dgm:pt>
    <dgm:pt modelId="{8EA5299A-86C9-4738-A2B1-78064F238534}" type="parTrans" cxnId="{1F9507E7-98BE-440E-B03B-98CC19229B60}">
      <dgm:prSet/>
      <dgm:spPr/>
      <dgm:t>
        <a:bodyPr/>
        <a:lstStyle/>
        <a:p>
          <a:endParaRPr lang="en-US"/>
        </a:p>
      </dgm:t>
    </dgm:pt>
    <dgm:pt modelId="{F530693E-06BD-4AB7-B9DD-5DF50CBC26E5}" type="sibTrans" cxnId="{1F9507E7-98BE-440E-B03B-98CC19229B60}">
      <dgm:prSet/>
      <dgm:spPr/>
      <dgm:t>
        <a:bodyPr/>
        <a:lstStyle/>
        <a:p>
          <a:endParaRPr lang="en-US"/>
        </a:p>
      </dgm:t>
    </dgm:pt>
    <dgm:pt modelId="{008FBA4F-02C2-4C2C-9941-C84F41863E8F}">
      <dgm:prSet/>
      <dgm:spPr/>
      <dgm:t>
        <a:bodyPr/>
        <a:lstStyle/>
        <a:p>
          <a:endParaRPr lang="en-US" dirty="0"/>
        </a:p>
      </dgm:t>
    </dgm:pt>
    <dgm:pt modelId="{E4E80E0A-D5C1-4FD8-9713-17C55E40E1C2}" type="parTrans" cxnId="{77D6C6B8-1B2B-4C9B-AC65-DCD8278E2EC4}">
      <dgm:prSet/>
      <dgm:spPr/>
      <dgm:t>
        <a:bodyPr/>
        <a:lstStyle/>
        <a:p>
          <a:endParaRPr lang="en-US"/>
        </a:p>
      </dgm:t>
    </dgm:pt>
    <dgm:pt modelId="{5CE2FAFA-B226-4251-A4F4-2C8B5F601CF0}" type="sibTrans" cxnId="{77D6C6B8-1B2B-4C9B-AC65-DCD8278E2EC4}">
      <dgm:prSet/>
      <dgm:spPr/>
      <dgm:t>
        <a:bodyPr/>
        <a:lstStyle/>
        <a:p>
          <a:endParaRPr lang="en-US"/>
        </a:p>
      </dgm:t>
    </dgm:pt>
    <dgm:pt modelId="{827C694E-640B-422C-B59D-14D08874D1F1}">
      <dgm:prSet/>
      <dgm:spPr/>
      <dgm:t>
        <a:bodyPr/>
        <a:lstStyle/>
        <a:p>
          <a:endParaRPr lang="en-US" dirty="0"/>
        </a:p>
      </dgm:t>
    </dgm:pt>
    <dgm:pt modelId="{47EA178A-3AFE-42A6-A9BC-0EE1FA3F860B}" type="parTrans" cxnId="{34808202-712C-4E03-9D62-DBE0442E4391}">
      <dgm:prSet/>
      <dgm:spPr/>
      <dgm:t>
        <a:bodyPr/>
        <a:lstStyle/>
        <a:p>
          <a:endParaRPr lang="en-US"/>
        </a:p>
      </dgm:t>
    </dgm:pt>
    <dgm:pt modelId="{36046A67-BBA9-45DB-9622-92DE63474947}" type="sibTrans" cxnId="{34808202-712C-4E03-9D62-DBE0442E4391}">
      <dgm:prSet/>
      <dgm:spPr/>
      <dgm:t>
        <a:bodyPr/>
        <a:lstStyle/>
        <a:p>
          <a:endParaRPr lang="en-US"/>
        </a:p>
      </dgm:t>
    </dgm:pt>
    <dgm:pt modelId="{E076DA55-AEC2-45C4-B6BD-9AB053D98A86}" type="pres">
      <dgm:prSet presAssocID="{2017FF59-CE85-49AF-9AF3-A1D18C8CC714}" presName="Name0" presStyleCnt="0">
        <dgm:presLayoutVars>
          <dgm:dir/>
          <dgm:animLvl val="lvl"/>
          <dgm:resizeHandles val="exact"/>
        </dgm:presLayoutVars>
      </dgm:prSet>
      <dgm:spPr/>
    </dgm:pt>
    <dgm:pt modelId="{9A07BA90-E701-44CE-B80A-9AA11FBA12BB}" type="pres">
      <dgm:prSet presAssocID="{E7B443D5-FD6A-4042-8539-18D929B88F9C}" presName="composite" presStyleCnt="0"/>
      <dgm:spPr/>
    </dgm:pt>
    <dgm:pt modelId="{A4D9AC8F-E91F-4DC4-89AE-ED5B14A73E31}" type="pres">
      <dgm:prSet presAssocID="{E7B443D5-FD6A-4042-8539-18D929B88F9C}" presName="parTx" presStyleLbl="alignNode1" presStyleIdx="0" presStyleCnt="3">
        <dgm:presLayoutVars>
          <dgm:chMax val="0"/>
          <dgm:chPref val="0"/>
          <dgm:bulletEnabled val="1"/>
        </dgm:presLayoutVars>
      </dgm:prSet>
      <dgm:spPr/>
    </dgm:pt>
    <dgm:pt modelId="{4BC6EB89-15DF-4776-BE0C-B52548ACD494}" type="pres">
      <dgm:prSet presAssocID="{E7B443D5-FD6A-4042-8539-18D929B88F9C}" presName="desTx" presStyleLbl="alignAccFollowNode1" presStyleIdx="0" presStyleCnt="3">
        <dgm:presLayoutVars>
          <dgm:bulletEnabled val="1"/>
        </dgm:presLayoutVars>
      </dgm:prSet>
      <dgm:spPr/>
    </dgm:pt>
    <dgm:pt modelId="{78009438-0D48-4F67-A0EA-DA3C8622E80E}" type="pres">
      <dgm:prSet presAssocID="{0A8333B8-23F4-4069-99F6-BF2B7E612CC8}" presName="space" presStyleCnt="0"/>
      <dgm:spPr/>
    </dgm:pt>
    <dgm:pt modelId="{099D6669-B079-4BFE-B61E-F593CB40DFB9}" type="pres">
      <dgm:prSet presAssocID="{DBD66E84-87D1-422F-B5C5-0AA82C0D0B3E}" presName="composite" presStyleCnt="0"/>
      <dgm:spPr/>
    </dgm:pt>
    <dgm:pt modelId="{FE3F401A-C3D7-4FD2-9572-7B6839B88786}" type="pres">
      <dgm:prSet presAssocID="{DBD66E84-87D1-422F-B5C5-0AA82C0D0B3E}" presName="parTx" presStyleLbl="alignNode1" presStyleIdx="1" presStyleCnt="3">
        <dgm:presLayoutVars>
          <dgm:chMax val="0"/>
          <dgm:chPref val="0"/>
          <dgm:bulletEnabled val="1"/>
        </dgm:presLayoutVars>
      </dgm:prSet>
      <dgm:spPr/>
    </dgm:pt>
    <dgm:pt modelId="{073EAB65-842E-4B6D-BA26-7C88517648E6}" type="pres">
      <dgm:prSet presAssocID="{DBD66E84-87D1-422F-B5C5-0AA82C0D0B3E}" presName="desTx" presStyleLbl="alignAccFollowNode1" presStyleIdx="1" presStyleCnt="3">
        <dgm:presLayoutVars>
          <dgm:bulletEnabled val="1"/>
        </dgm:presLayoutVars>
      </dgm:prSet>
      <dgm:spPr/>
    </dgm:pt>
    <dgm:pt modelId="{EF617931-F9AF-4DAB-8855-F5658704476E}" type="pres">
      <dgm:prSet presAssocID="{B7AD46B9-0AAC-4AD7-B903-A6AD232D72A2}" presName="space" presStyleCnt="0"/>
      <dgm:spPr/>
    </dgm:pt>
    <dgm:pt modelId="{74DF8D76-3AE2-40C9-B81B-386C8452E021}" type="pres">
      <dgm:prSet presAssocID="{4ABA90DB-FA91-4D59-A8A8-B2AFD4D58900}" presName="composite" presStyleCnt="0"/>
      <dgm:spPr/>
    </dgm:pt>
    <dgm:pt modelId="{EA06C452-4895-4B39-B374-8A807D95856A}" type="pres">
      <dgm:prSet presAssocID="{4ABA90DB-FA91-4D59-A8A8-B2AFD4D58900}" presName="parTx" presStyleLbl="alignNode1" presStyleIdx="2" presStyleCnt="3">
        <dgm:presLayoutVars>
          <dgm:chMax val="0"/>
          <dgm:chPref val="0"/>
          <dgm:bulletEnabled val="1"/>
        </dgm:presLayoutVars>
      </dgm:prSet>
      <dgm:spPr/>
    </dgm:pt>
    <dgm:pt modelId="{BE6B483F-4C3A-49AC-8274-F862B5C432F1}" type="pres">
      <dgm:prSet presAssocID="{4ABA90DB-FA91-4D59-A8A8-B2AFD4D58900}" presName="desTx" presStyleLbl="alignAccFollowNode1" presStyleIdx="2" presStyleCnt="3">
        <dgm:presLayoutVars>
          <dgm:bulletEnabled val="1"/>
        </dgm:presLayoutVars>
      </dgm:prSet>
      <dgm:spPr/>
    </dgm:pt>
  </dgm:ptLst>
  <dgm:cxnLst>
    <dgm:cxn modelId="{34808202-712C-4E03-9D62-DBE0442E4391}" srcId="{E7B443D5-FD6A-4042-8539-18D929B88F9C}" destId="{827C694E-640B-422C-B59D-14D08874D1F1}" srcOrd="7" destOrd="0" parTransId="{47EA178A-3AFE-42A6-A9BC-0EE1FA3F860B}" sibTransId="{36046A67-BBA9-45DB-9622-92DE63474947}"/>
    <dgm:cxn modelId="{38DFF102-92E0-4D1C-A536-F4DEFED00313}" type="presOf" srcId="{998DC57A-2633-46F9-8A4C-F99FDFEC8518}" destId="{4BC6EB89-15DF-4776-BE0C-B52548ACD494}" srcOrd="0" destOrd="1" presId="urn:microsoft.com/office/officeart/2005/8/layout/hList1"/>
    <dgm:cxn modelId="{1A0E3E05-5EA2-41EF-A523-07B95E181DDB}" srcId="{DBD66E84-87D1-422F-B5C5-0AA82C0D0B3E}" destId="{BF696173-CF67-4FF9-82FB-E9B11BE3EBF9}" srcOrd="4" destOrd="0" parTransId="{870E3245-1536-4D9F-84C4-F0E8929E3806}" sibTransId="{45D30B45-B5C1-4F0B-87BC-4C3C92576FFD}"/>
    <dgm:cxn modelId="{8478700E-A42A-4993-8E05-48D9F9D7FE2D}" srcId="{DBD66E84-87D1-422F-B5C5-0AA82C0D0B3E}" destId="{2695FCCD-80F2-46F8-AD04-CFBF2C24C76C}" srcOrd="5" destOrd="0" parTransId="{F610E205-02C1-4C7A-9866-29ADC978640A}" sibTransId="{B1231B0A-2F06-478B-A1D4-B659AEF04E13}"/>
    <dgm:cxn modelId="{E6940813-7F96-45F7-9627-D60CD853A9A1}" type="presOf" srcId="{C75058BD-7D8A-4550-AE9C-D1E1EBDAD9A7}" destId="{073EAB65-842E-4B6D-BA26-7C88517648E6}" srcOrd="0" destOrd="6" presId="urn:microsoft.com/office/officeart/2005/8/layout/hList1"/>
    <dgm:cxn modelId="{5958C315-F08B-4890-A899-55C95014A813}" type="presOf" srcId="{5118917B-9B11-46D6-B4BD-3B6FCA48656B}" destId="{073EAB65-842E-4B6D-BA26-7C88517648E6}" srcOrd="0" destOrd="1" presId="urn:microsoft.com/office/officeart/2005/8/layout/hList1"/>
    <dgm:cxn modelId="{A9F2B517-F4B8-49DA-8879-650F54588A99}" srcId="{2017FF59-CE85-49AF-9AF3-A1D18C8CC714}" destId="{4ABA90DB-FA91-4D59-A8A8-B2AFD4D58900}" srcOrd="2" destOrd="0" parTransId="{FA160F8B-C140-4788-84B0-0D138E24FBDA}" sibTransId="{5730C6D8-3205-4610-9E7C-98D77E9A063A}"/>
    <dgm:cxn modelId="{DBA3A918-3CF7-437A-855C-88DA16A79FF6}" srcId="{4ABA90DB-FA91-4D59-A8A8-B2AFD4D58900}" destId="{D4818871-B105-4BA0-BBE0-93DE929390A8}" srcOrd="5" destOrd="0" parTransId="{B3E25295-5FBB-4994-A4A1-086150E41BEB}" sibTransId="{494767F1-2640-4E32-A3B8-F6D809609504}"/>
    <dgm:cxn modelId="{5B716B1C-D4CA-4A86-8984-4871FCBE9DBB}" type="presOf" srcId="{008FBA4F-02C2-4C2C-9941-C84F41863E8F}" destId="{4BC6EB89-15DF-4776-BE0C-B52548ACD494}" srcOrd="0" destOrd="5" presId="urn:microsoft.com/office/officeart/2005/8/layout/hList1"/>
    <dgm:cxn modelId="{D9FDD31F-285F-4EB1-A8F5-8AA2CE95590E}" type="presOf" srcId="{8525D1F9-6F5E-43C5-8FF7-FFDF1F118778}" destId="{BE6B483F-4C3A-49AC-8274-F862B5C432F1}" srcOrd="0" destOrd="4" presId="urn:microsoft.com/office/officeart/2005/8/layout/hList1"/>
    <dgm:cxn modelId="{97EB0E23-B245-4BE2-BD28-D27DD65F311D}" srcId="{E7B443D5-FD6A-4042-8539-18D929B88F9C}" destId="{998DC57A-2633-46F9-8A4C-F99FDFEC8518}" srcOrd="1" destOrd="0" parTransId="{3FB00F3A-5849-4304-BAA1-50E214D2F8F0}" sibTransId="{EB7EF00C-2B36-4AC8-BB57-61AD4E2D94F4}"/>
    <dgm:cxn modelId="{F46A2126-A0F6-4E44-B11E-D1097F46C749}" type="presOf" srcId="{827C694E-640B-422C-B59D-14D08874D1F1}" destId="{4BC6EB89-15DF-4776-BE0C-B52548ACD494}" srcOrd="0" destOrd="7" presId="urn:microsoft.com/office/officeart/2005/8/layout/hList1"/>
    <dgm:cxn modelId="{6991E527-EAD8-4A03-A851-0208D5706E73}" srcId="{DBD66E84-87D1-422F-B5C5-0AA82C0D0B3E}" destId="{CD4F040A-D899-44F5-A282-C25D0986F6C2}" srcOrd="2" destOrd="0" parTransId="{D1A5CD95-075E-43DD-AC9A-D4F9C9223365}" sibTransId="{C5DB6280-594C-425D-974F-700ED9A0DC4F}"/>
    <dgm:cxn modelId="{FD77C136-77EC-4392-85FA-7F8CD68C47C1}" type="presOf" srcId="{BBDF5AEF-7B5F-4D49-8EE6-E4A5673A3C5B}" destId="{BE6B483F-4C3A-49AC-8274-F862B5C432F1}" srcOrd="0" destOrd="2" presId="urn:microsoft.com/office/officeart/2005/8/layout/hList1"/>
    <dgm:cxn modelId="{1A89873A-79DA-4DD4-BC59-B50C12B0774A}" type="presOf" srcId="{DAAC36EA-C794-40A7-8E97-AC88B2822841}" destId="{4BC6EB89-15DF-4776-BE0C-B52548ACD494}" srcOrd="0" destOrd="8" presId="urn:microsoft.com/office/officeart/2005/8/layout/hList1"/>
    <dgm:cxn modelId="{9BCBDB3B-140F-46FC-BD93-018F63FD67E4}" srcId="{DBD66E84-87D1-422F-B5C5-0AA82C0D0B3E}" destId="{E25E007B-9137-4C75-8744-688D1FEBC77D}" srcOrd="0" destOrd="0" parTransId="{E9F6F317-BE05-4A70-AD9C-84397F765703}" sibTransId="{58C69772-A60F-4DA7-89A8-DBD9C397089C}"/>
    <dgm:cxn modelId="{DABFC262-360B-40E9-814D-E143DB94154A}" type="presOf" srcId="{986A96B3-4B6F-4A3F-8C9B-4844FE3F6BA6}" destId="{4BC6EB89-15DF-4776-BE0C-B52548ACD494}" srcOrd="0" destOrd="3" presId="urn:microsoft.com/office/officeart/2005/8/layout/hList1"/>
    <dgm:cxn modelId="{066FC464-A100-4E36-A1E1-658BE46EB0D5}" srcId="{E7B443D5-FD6A-4042-8539-18D929B88F9C}" destId="{F9722492-97E1-4BF2-87AA-2DB6B31FE37F}" srcOrd="0" destOrd="0" parTransId="{AE8A8C23-AB50-4AE5-B8EF-43D6022F6DEA}" sibTransId="{0E8F6124-E761-42BF-A88D-B12F2C84CD91}"/>
    <dgm:cxn modelId="{C5A21A4B-E1D4-48BD-A0BB-C02ED3FC2F9C}" srcId="{4ABA90DB-FA91-4D59-A8A8-B2AFD4D58900}" destId="{8525D1F9-6F5E-43C5-8FF7-FFDF1F118778}" srcOrd="4" destOrd="0" parTransId="{F45B64DB-328E-4901-8D3C-963DE72C2B25}" sibTransId="{0DC6B9DF-3FA8-4B17-A814-4BAFAA7B3E66}"/>
    <dgm:cxn modelId="{C391384D-4979-4AB3-809E-2D4D3DE06D0F}" srcId="{E7B443D5-FD6A-4042-8539-18D929B88F9C}" destId="{DAAC36EA-C794-40A7-8E97-AC88B2822841}" srcOrd="8" destOrd="0" parTransId="{47F5324B-579B-4F7E-970E-967BD007E810}" sibTransId="{C240F058-6C33-41A7-8721-9912B741DD32}"/>
    <dgm:cxn modelId="{2A71A050-0E4F-4C71-B8E7-B022CC4D9265}" srcId="{4ABA90DB-FA91-4D59-A8A8-B2AFD4D58900}" destId="{09C62F6E-C48E-43AA-A776-8A5B50D09510}" srcOrd="8" destOrd="0" parTransId="{C2F00841-3940-4A6B-A6A9-EA8C3DB2F0B6}" sibTransId="{34DDE9AE-9CDD-4A39-90D0-D7050ABBFA9E}"/>
    <dgm:cxn modelId="{78F01B71-7282-4787-8139-BE6A6C351ECB}" type="presOf" srcId="{CD4F040A-D899-44F5-A282-C25D0986F6C2}" destId="{073EAB65-842E-4B6D-BA26-7C88517648E6}" srcOrd="0" destOrd="2" presId="urn:microsoft.com/office/officeart/2005/8/layout/hList1"/>
    <dgm:cxn modelId="{3C90EA75-B3B5-4371-9D2C-179DE32BA913}" type="presOf" srcId="{D4818871-B105-4BA0-BBE0-93DE929390A8}" destId="{BE6B483F-4C3A-49AC-8274-F862B5C432F1}" srcOrd="0" destOrd="5" presId="urn:microsoft.com/office/officeart/2005/8/layout/hList1"/>
    <dgm:cxn modelId="{DBAB6076-77A4-4FC7-9C37-7BADA3B7098F}" type="presOf" srcId="{4ABA90DB-FA91-4D59-A8A8-B2AFD4D58900}" destId="{EA06C452-4895-4B39-B374-8A807D95856A}" srcOrd="0" destOrd="0" presId="urn:microsoft.com/office/officeart/2005/8/layout/hList1"/>
    <dgm:cxn modelId="{829EFF57-36DE-4C57-A90A-F42F13C14C64}" srcId="{4ABA90DB-FA91-4D59-A8A8-B2AFD4D58900}" destId="{74F0D534-9FD7-414D-B8C6-1AF6FF1B7DF7}" srcOrd="1" destOrd="0" parTransId="{81C7FAA7-CE8E-445D-9EF5-7687DB3599B3}" sibTransId="{F5D8ED1C-59B2-4297-9593-8367771FB4FA}"/>
    <dgm:cxn modelId="{A65EFB7C-2C86-4E5D-B297-87CFEF34F865}" srcId="{E7B443D5-FD6A-4042-8539-18D929B88F9C}" destId="{37C6DF18-D013-4E1E-8D79-C853D7B86E2E}" srcOrd="6" destOrd="0" parTransId="{53A45C3F-CF3B-426B-9391-1F2FEE30463E}" sibTransId="{A9103C83-AE72-4623-8A78-3425AC2DA151}"/>
    <dgm:cxn modelId="{5753367D-4B5C-4CBA-9266-E0DF8502A78A}" srcId="{4ABA90DB-FA91-4D59-A8A8-B2AFD4D58900}" destId="{BBDF5AEF-7B5F-4D49-8EE6-E4A5673A3C5B}" srcOrd="2" destOrd="0" parTransId="{36312874-AA05-46EB-BBED-4E63A2F82025}" sibTransId="{947377C2-CC47-4C14-9453-DD79BAC6261A}"/>
    <dgm:cxn modelId="{1A92A37F-C4E3-4570-B67D-2D840F210FFF}" type="presOf" srcId="{74F0D534-9FD7-414D-B8C6-1AF6FF1B7DF7}" destId="{BE6B483F-4C3A-49AC-8274-F862B5C432F1}" srcOrd="0" destOrd="1" presId="urn:microsoft.com/office/officeart/2005/8/layout/hList1"/>
    <dgm:cxn modelId="{80FFAF80-ED7D-4E49-8878-03C262D86F30}" srcId="{4ABA90DB-FA91-4D59-A8A8-B2AFD4D58900}" destId="{6E0F658C-F987-4612-A667-9847489FC020}" srcOrd="6" destOrd="0" parTransId="{DE5DFB50-17C7-4ABC-B29B-4D0E19123C5E}" sibTransId="{1F271E40-B983-44BA-960A-07165ABFCE6A}"/>
    <dgm:cxn modelId="{C7E83E83-88F5-45A2-A6EA-13FD0DB9D07E}" type="presOf" srcId="{911133CC-CC1C-4992-B11F-A698B9A2A790}" destId="{BE6B483F-4C3A-49AC-8274-F862B5C432F1}" srcOrd="0" destOrd="7" presId="urn:microsoft.com/office/officeart/2005/8/layout/hList1"/>
    <dgm:cxn modelId="{CC075E8E-BC79-47F9-B8F3-611F06F07CB4}" type="presOf" srcId="{1669452A-DA6B-489B-A0DF-9E31AB75A042}" destId="{073EAB65-842E-4B6D-BA26-7C88517648E6}" srcOrd="0" destOrd="3" presId="urn:microsoft.com/office/officeart/2005/8/layout/hList1"/>
    <dgm:cxn modelId="{706EDB96-2591-410C-BE3C-ACDB56262BA4}" type="presOf" srcId="{6E0F658C-F987-4612-A667-9847489FC020}" destId="{BE6B483F-4C3A-49AC-8274-F862B5C432F1}" srcOrd="0" destOrd="6" presId="urn:microsoft.com/office/officeart/2005/8/layout/hList1"/>
    <dgm:cxn modelId="{C5EF0DB3-25BF-4F47-8159-DA1E023AD556}" type="presOf" srcId="{12B05984-256A-4DA6-A665-56A0FDC053AE}" destId="{4BC6EB89-15DF-4776-BE0C-B52548ACD494}" srcOrd="0" destOrd="4" presId="urn:microsoft.com/office/officeart/2005/8/layout/hList1"/>
    <dgm:cxn modelId="{89226DB5-2E12-4F6C-9373-07B68366C8BC}" type="presOf" srcId="{1CE879C1-4EFE-4D71-B46D-E1E2242F9D30}" destId="{4BC6EB89-15DF-4776-BE0C-B52548ACD494}" srcOrd="0" destOrd="2" presId="urn:microsoft.com/office/officeart/2005/8/layout/hList1"/>
    <dgm:cxn modelId="{77D6C6B8-1B2B-4C9B-AC65-DCD8278E2EC4}" srcId="{E7B443D5-FD6A-4042-8539-18D929B88F9C}" destId="{008FBA4F-02C2-4C2C-9941-C84F41863E8F}" srcOrd="5" destOrd="0" parTransId="{E4E80E0A-D5C1-4FD8-9713-17C55E40E1C2}" sibTransId="{5CE2FAFA-B226-4251-A4F4-2C8B5F601CF0}"/>
    <dgm:cxn modelId="{2A0022B9-BA8E-4E04-88B3-80D66684870B}" type="presOf" srcId="{DBD66E84-87D1-422F-B5C5-0AA82C0D0B3E}" destId="{FE3F401A-C3D7-4FD2-9572-7B6839B88786}" srcOrd="0" destOrd="0" presId="urn:microsoft.com/office/officeart/2005/8/layout/hList1"/>
    <dgm:cxn modelId="{B4B872B9-8B71-4E4F-B8AD-A4D9C3790750}" srcId="{E7B443D5-FD6A-4042-8539-18D929B88F9C}" destId="{1CE879C1-4EFE-4D71-B46D-E1E2242F9D30}" srcOrd="2" destOrd="0" parTransId="{061821B3-2CBC-4040-88A9-D25E54751960}" sibTransId="{7AF4EDCD-CDBF-4B78-8034-371DA8AA5C17}"/>
    <dgm:cxn modelId="{4DC849BF-1464-4FA3-9661-70132795A37F}" type="presOf" srcId="{09C62F6E-C48E-43AA-A776-8A5B50D09510}" destId="{BE6B483F-4C3A-49AC-8274-F862B5C432F1}" srcOrd="0" destOrd="8" presId="urn:microsoft.com/office/officeart/2005/8/layout/hList1"/>
    <dgm:cxn modelId="{FA6C67C4-6ED0-4EAF-BEE7-4B3BA07B215E}" srcId="{4ABA90DB-FA91-4D59-A8A8-B2AFD4D58900}" destId="{911133CC-CC1C-4992-B11F-A698B9A2A790}" srcOrd="7" destOrd="0" parTransId="{C598E1D1-D140-4DAC-BA18-97A54DA37323}" sibTransId="{1A255454-F1FD-4E25-AC0C-813414705C46}"/>
    <dgm:cxn modelId="{29415BC8-5887-45A1-B0F9-465BD254DC95}" type="presOf" srcId="{2017FF59-CE85-49AF-9AF3-A1D18C8CC714}" destId="{E076DA55-AEC2-45C4-B6BD-9AB053D98A86}" srcOrd="0" destOrd="0" presId="urn:microsoft.com/office/officeart/2005/8/layout/hList1"/>
    <dgm:cxn modelId="{E56A5BCE-1AF6-4911-8557-F227F2898076}" srcId="{2017FF59-CE85-49AF-9AF3-A1D18C8CC714}" destId="{DBD66E84-87D1-422F-B5C5-0AA82C0D0B3E}" srcOrd="1" destOrd="0" parTransId="{EC97856D-04B9-4D96-8E38-037526F3F5C3}" sibTransId="{B7AD46B9-0AAC-4AD7-B903-A6AD232D72A2}"/>
    <dgm:cxn modelId="{9BD4D4CE-D92F-4DD6-8C45-9F2B2C18E973}" type="presOf" srcId="{E7B443D5-FD6A-4042-8539-18D929B88F9C}" destId="{A4D9AC8F-E91F-4DC4-89AE-ED5B14A73E31}" srcOrd="0" destOrd="0" presId="urn:microsoft.com/office/officeart/2005/8/layout/hList1"/>
    <dgm:cxn modelId="{FD59D9D1-7493-4912-964F-0C3F02EABAA5}" type="presOf" srcId="{37C6DF18-D013-4E1E-8D79-C853D7B86E2E}" destId="{4BC6EB89-15DF-4776-BE0C-B52548ACD494}" srcOrd="0" destOrd="6" presId="urn:microsoft.com/office/officeart/2005/8/layout/hList1"/>
    <dgm:cxn modelId="{825DE5D4-DE5C-4CFA-8AE0-8E7644FBE8C7}" type="presOf" srcId="{BF696173-CF67-4FF9-82FB-E9B11BE3EBF9}" destId="{073EAB65-842E-4B6D-BA26-7C88517648E6}" srcOrd="0" destOrd="4" presId="urn:microsoft.com/office/officeart/2005/8/layout/hList1"/>
    <dgm:cxn modelId="{CA709FD5-5401-478B-8C8D-18E2EA09DB4E}" srcId="{E7B443D5-FD6A-4042-8539-18D929B88F9C}" destId="{12B05984-256A-4DA6-A665-56A0FDC053AE}" srcOrd="4" destOrd="0" parTransId="{A6568416-604E-49E8-86FE-C721548F5FF5}" sibTransId="{E1E8FED1-05D8-4FF1-A5E0-04E573827C15}"/>
    <dgm:cxn modelId="{20A2FDDE-865E-45BF-A9C2-4277003F8C73}" srcId="{4ABA90DB-FA91-4D59-A8A8-B2AFD4D58900}" destId="{1C24E4B0-7E5C-44CB-BB75-5B1E7428FA04}" srcOrd="3" destOrd="0" parTransId="{C1D6BCB4-5A25-4B23-978E-5BC92C62C259}" sibTransId="{7D644CFF-4F80-4B62-8E88-1709093D946E}"/>
    <dgm:cxn modelId="{BBE296E1-5E33-4F32-BFCE-99BD8D9C526C}" type="presOf" srcId="{2695FCCD-80F2-46F8-AD04-CFBF2C24C76C}" destId="{073EAB65-842E-4B6D-BA26-7C88517648E6}" srcOrd="0" destOrd="5" presId="urn:microsoft.com/office/officeart/2005/8/layout/hList1"/>
    <dgm:cxn modelId="{7E8FA8E5-56CC-485F-B723-28005C6E9C51}" type="presOf" srcId="{F9722492-97E1-4BF2-87AA-2DB6B31FE37F}" destId="{4BC6EB89-15DF-4776-BE0C-B52548ACD494}" srcOrd="0" destOrd="0" presId="urn:microsoft.com/office/officeart/2005/8/layout/hList1"/>
    <dgm:cxn modelId="{752205E6-1CE8-4A51-A28E-3F354BFBCC2F}" srcId="{4ABA90DB-FA91-4D59-A8A8-B2AFD4D58900}" destId="{A73CC5C0-55A1-4523-9AD9-D73DD5E8AB40}" srcOrd="0" destOrd="0" parTransId="{B1DB1077-FC51-47BE-9A39-02214F0DB67D}" sibTransId="{7913D7C8-0079-4ED4-8D11-C26A11A94CF0}"/>
    <dgm:cxn modelId="{1F9507E7-98BE-440E-B03B-98CC19229B60}" srcId="{E7B443D5-FD6A-4042-8539-18D929B88F9C}" destId="{986A96B3-4B6F-4A3F-8C9B-4844FE3F6BA6}" srcOrd="3" destOrd="0" parTransId="{8EA5299A-86C9-4738-A2B1-78064F238534}" sibTransId="{F530693E-06BD-4AB7-B9DD-5DF50CBC26E5}"/>
    <dgm:cxn modelId="{83B244E9-C2AC-484C-8753-A174DFD8EFCB}" srcId="{DBD66E84-87D1-422F-B5C5-0AA82C0D0B3E}" destId="{C75058BD-7D8A-4550-AE9C-D1E1EBDAD9A7}" srcOrd="6" destOrd="0" parTransId="{293752D0-A3C2-4528-8FD5-4C35404775D7}" sibTransId="{93386408-F8C6-4F6B-8FA5-FD6433A678C7}"/>
    <dgm:cxn modelId="{721802ED-E714-4305-9F32-5E7C5BF17B01}" srcId="{DBD66E84-87D1-422F-B5C5-0AA82C0D0B3E}" destId="{1669452A-DA6B-489B-A0DF-9E31AB75A042}" srcOrd="3" destOrd="0" parTransId="{87487B33-22EA-479D-867C-B117AA4B4846}" sibTransId="{AB199DC1-C910-44D0-BFE7-41DC9C547B2E}"/>
    <dgm:cxn modelId="{DC22F4ED-A91C-4CB2-8347-C6AABD7E01A9}" type="presOf" srcId="{A73CC5C0-55A1-4523-9AD9-D73DD5E8AB40}" destId="{BE6B483F-4C3A-49AC-8274-F862B5C432F1}" srcOrd="0" destOrd="0" presId="urn:microsoft.com/office/officeart/2005/8/layout/hList1"/>
    <dgm:cxn modelId="{142235EE-0F33-49DB-A1CE-F033267CFBFE}" srcId="{DBD66E84-87D1-422F-B5C5-0AA82C0D0B3E}" destId="{5118917B-9B11-46D6-B4BD-3B6FCA48656B}" srcOrd="1" destOrd="0" parTransId="{1AC009D4-CE76-4217-B901-02491446B02B}" sibTransId="{989656C1-4990-4AA9-B7CD-DF89C2235D2B}"/>
    <dgm:cxn modelId="{FC0733F5-CF5B-4EB7-B535-BF3407A0564F}" type="presOf" srcId="{E25E007B-9137-4C75-8744-688D1FEBC77D}" destId="{073EAB65-842E-4B6D-BA26-7C88517648E6}" srcOrd="0" destOrd="0" presId="urn:microsoft.com/office/officeart/2005/8/layout/hList1"/>
    <dgm:cxn modelId="{60D546F7-CA37-4043-9C24-C470769C101A}" srcId="{2017FF59-CE85-49AF-9AF3-A1D18C8CC714}" destId="{E7B443D5-FD6A-4042-8539-18D929B88F9C}" srcOrd="0" destOrd="0" parTransId="{7E20B52A-67AE-476D-9BD1-CA1AE4D27582}" sibTransId="{0A8333B8-23F4-4069-99F6-BF2B7E612CC8}"/>
    <dgm:cxn modelId="{86AF9DF9-5EAE-41C3-8606-E56EB50F27BE}" type="presOf" srcId="{1C24E4B0-7E5C-44CB-BB75-5B1E7428FA04}" destId="{BE6B483F-4C3A-49AC-8274-F862B5C432F1}" srcOrd="0" destOrd="3" presId="urn:microsoft.com/office/officeart/2005/8/layout/hList1"/>
    <dgm:cxn modelId="{6A117A55-FD36-491C-A4F9-8A2C03A394A0}" type="presParOf" srcId="{E076DA55-AEC2-45C4-B6BD-9AB053D98A86}" destId="{9A07BA90-E701-44CE-B80A-9AA11FBA12BB}" srcOrd="0" destOrd="0" presId="urn:microsoft.com/office/officeart/2005/8/layout/hList1"/>
    <dgm:cxn modelId="{0F38A200-9F75-4958-9564-C535F045E9E5}" type="presParOf" srcId="{9A07BA90-E701-44CE-B80A-9AA11FBA12BB}" destId="{A4D9AC8F-E91F-4DC4-89AE-ED5B14A73E31}" srcOrd="0" destOrd="0" presId="urn:microsoft.com/office/officeart/2005/8/layout/hList1"/>
    <dgm:cxn modelId="{1B3DBC29-3AD1-4E25-B225-56E97D82129F}" type="presParOf" srcId="{9A07BA90-E701-44CE-B80A-9AA11FBA12BB}" destId="{4BC6EB89-15DF-4776-BE0C-B52548ACD494}" srcOrd="1" destOrd="0" presId="urn:microsoft.com/office/officeart/2005/8/layout/hList1"/>
    <dgm:cxn modelId="{F0CE6ACB-B517-43E0-A00E-B8C2847C0EEF}" type="presParOf" srcId="{E076DA55-AEC2-45C4-B6BD-9AB053D98A86}" destId="{78009438-0D48-4F67-A0EA-DA3C8622E80E}" srcOrd="1" destOrd="0" presId="urn:microsoft.com/office/officeart/2005/8/layout/hList1"/>
    <dgm:cxn modelId="{7F031C6A-7F4B-49BF-BBB5-C601B948FBC7}" type="presParOf" srcId="{E076DA55-AEC2-45C4-B6BD-9AB053D98A86}" destId="{099D6669-B079-4BFE-B61E-F593CB40DFB9}" srcOrd="2" destOrd="0" presId="urn:microsoft.com/office/officeart/2005/8/layout/hList1"/>
    <dgm:cxn modelId="{F2251346-1A4E-4D03-BF1A-AE0D7FB41876}" type="presParOf" srcId="{099D6669-B079-4BFE-B61E-F593CB40DFB9}" destId="{FE3F401A-C3D7-4FD2-9572-7B6839B88786}" srcOrd="0" destOrd="0" presId="urn:microsoft.com/office/officeart/2005/8/layout/hList1"/>
    <dgm:cxn modelId="{252F00E9-6965-418D-8ACD-F8E7266AC1C0}" type="presParOf" srcId="{099D6669-B079-4BFE-B61E-F593CB40DFB9}" destId="{073EAB65-842E-4B6D-BA26-7C88517648E6}" srcOrd="1" destOrd="0" presId="urn:microsoft.com/office/officeart/2005/8/layout/hList1"/>
    <dgm:cxn modelId="{9CC461FF-BADA-4DEB-81E3-D2EF9F78FFA9}" type="presParOf" srcId="{E076DA55-AEC2-45C4-B6BD-9AB053D98A86}" destId="{EF617931-F9AF-4DAB-8855-F5658704476E}" srcOrd="3" destOrd="0" presId="urn:microsoft.com/office/officeart/2005/8/layout/hList1"/>
    <dgm:cxn modelId="{3D2E6ABE-3138-4C37-965D-EB8CB0915BBF}" type="presParOf" srcId="{E076DA55-AEC2-45C4-B6BD-9AB053D98A86}" destId="{74DF8D76-3AE2-40C9-B81B-386C8452E021}" srcOrd="4" destOrd="0" presId="urn:microsoft.com/office/officeart/2005/8/layout/hList1"/>
    <dgm:cxn modelId="{5D91C932-56E0-42C2-BD49-1D3DA737ECFE}" type="presParOf" srcId="{74DF8D76-3AE2-40C9-B81B-386C8452E021}" destId="{EA06C452-4895-4B39-B374-8A807D95856A}" srcOrd="0" destOrd="0" presId="urn:microsoft.com/office/officeart/2005/8/layout/hList1"/>
    <dgm:cxn modelId="{39844F7B-988B-4C90-B411-E6AD64E46716}" type="presParOf" srcId="{74DF8D76-3AE2-40C9-B81B-386C8452E021}" destId="{BE6B483F-4C3A-49AC-8274-F862B5C432F1}"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4D9AC8F-E91F-4DC4-89AE-ED5B14A73E31}">
      <dsp:nvSpPr>
        <dsp:cNvPr id="0" name=""/>
        <dsp:cNvSpPr/>
      </dsp:nvSpPr>
      <dsp:spPr>
        <a:xfrm>
          <a:off x="2646" y="85930"/>
          <a:ext cx="2580424" cy="668442"/>
        </a:xfrm>
        <a:prstGeom prst="rect">
          <a:avLst/>
        </a:prstGeom>
        <a:solidFill>
          <a:schemeClr val="accent4">
            <a:hueOff val="0"/>
            <a:satOff val="0"/>
            <a:lumOff val="0"/>
            <a:alphaOff val="0"/>
          </a:schemeClr>
        </a:solidFill>
        <a:ln w="254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ea typeface="+mn-lt"/>
              <a:cs typeface="+mn-lt"/>
            </a:rPr>
            <a:t>Why We Chose This Project</a:t>
          </a:r>
          <a:endParaRPr lang="en-US" sz="1900" kern="1200" dirty="0"/>
        </a:p>
      </dsp:txBody>
      <dsp:txXfrm>
        <a:off x="2646" y="85930"/>
        <a:ext cx="2580424" cy="668442"/>
      </dsp:txXfrm>
    </dsp:sp>
    <dsp:sp modelId="{4BC6EB89-15DF-4776-BE0C-B52548ACD494}">
      <dsp:nvSpPr>
        <dsp:cNvPr id="0" name=""/>
        <dsp:cNvSpPr/>
      </dsp:nvSpPr>
      <dsp:spPr>
        <a:xfrm>
          <a:off x="2646" y="754372"/>
          <a:ext cx="2580424" cy="3859469"/>
        </a:xfrm>
        <a:prstGeom prst="rect">
          <a:avLst/>
        </a:prstGeom>
        <a:solidFill>
          <a:schemeClr val="accent4">
            <a:tint val="40000"/>
            <a:alpha val="90000"/>
            <a:hueOff val="0"/>
            <a:satOff val="0"/>
            <a:lumOff val="0"/>
            <a:alphaOff val="0"/>
          </a:schemeClr>
        </a:solidFill>
        <a:ln w="25400"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Advancing Silicon Photonics</a:t>
          </a:r>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r>
            <a:rPr lang="en-US" sz="1900" kern="1200" dirty="0"/>
            <a:t>Energy Optimization</a:t>
          </a:r>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r>
            <a:rPr lang="en-US" sz="1900" kern="1200" dirty="0"/>
            <a:t>Practical Applications</a:t>
          </a:r>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r>
            <a:rPr lang="en-US" sz="1900" kern="1200" dirty="0"/>
            <a:t>Cost-Effective Solutions</a:t>
          </a:r>
        </a:p>
        <a:p>
          <a:pPr marL="171450" lvl="1" indent="-171450" algn="l" defTabSz="844550">
            <a:lnSpc>
              <a:spcPct val="90000"/>
            </a:lnSpc>
            <a:spcBef>
              <a:spcPct val="0"/>
            </a:spcBef>
            <a:spcAft>
              <a:spcPct val="15000"/>
            </a:spcAft>
            <a:buChar char="•"/>
          </a:pPr>
          <a:endParaRPr lang="en-US" sz="1900" kern="1200" dirty="0"/>
        </a:p>
        <a:p>
          <a:pPr marL="171450" lvl="1" indent="-171450" algn="l" defTabSz="844550">
            <a:lnSpc>
              <a:spcPct val="90000"/>
            </a:lnSpc>
            <a:spcBef>
              <a:spcPct val="0"/>
            </a:spcBef>
            <a:spcAft>
              <a:spcPct val="15000"/>
            </a:spcAft>
            <a:buChar char="•"/>
          </a:pPr>
          <a:r>
            <a:rPr lang="en-US" sz="1900" kern="1200" dirty="0"/>
            <a:t>Research Relevance</a:t>
          </a:r>
        </a:p>
      </dsp:txBody>
      <dsp:txXfrm>
        <a:off x="2646" y="754372"/>
        <a:ext cx="2580424" cy="3859469"/>
      </dsp:txXfrm>
    </dsp:sp>
    <dsp:sp modelId="{FE3F401A-C3D7-4FD2-9572-7B6839B88786}">
      <dsp:nvSpPr>
        <dsp:cNvPr id="0" name=""/>
        <dsp:cNvSpPr/>
      </dsp:nvSpPr>
      <dsp:spPr>
        <a:xfrm>
          <a:off x="2944330" y="85930"/>
          <a:ext cx="2580424" cy="668442"/>
        </a:xfrm>
        <a:prstGeom prst="rect">
          <a:avLst/>
        </a:prstGeom>
        <a:solidFill>
          <a:schemeClr val="accent4">
            <a:hueOff val="3706581"/>
            <a:satOff val="-39713"/>
            <a:lumOff val="3040"/>
            <a:alphaOff val="0"/>
          </a:schemeClr>
        </a:solidFill>
        <a:ln w="25400" cap="flat" cmpd="sng" algn="ctr">
          <a:solidFill>
            <a:schemeClr val="accent4">
              <a:hueOff val="3706581"/>
              <a:satOff val="-39713"/>
              <a:lumOff val="304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cs typeface="Arial"/>
            </a:rPr>
            <a:t>Results Achieved</a:t>
          </a:r>
          <a:endParaRPr lang="en-US" sz="1900" kern="1200" dirty="0"/>
        </a:p>
      </dsp:txBody>
      <dsp:txXfrm>
        <a:off x="2944330" y="85930"/>
        <a:ext cx="2580424" cy="668442"/>
      </dsp:txXfrm>
    </dsp:sp>
    <dsp:sp modelId="{073EAB65-842E-4B6D-BA26-7C88517648E6}">
      <dsp:nvSpPr>
        <dsp:cNvPr id="0" name=""/>
        <dsp:cNvSpPr/>
      </dsp:nvSpPr>
      <dsp:spPr>
        <a:xfrm>
          <a:off x="2944330" y="754372"/>
          <a:ext cx="2580424" cy="3859469"/>
        </a:xfrm>
        <a:prstGeom prst="rect">
          <a:avLst/>
        </a:prstGeom>
        <a:solidFill>
          <a:schemeClr val="accent4">
            <a:tint val="40000"/>
            <a:alpha val="90000"/>
            <a:hueOff val="3482200"/>
            <a:satOff val="-11817"/>
            <a:lumOff val="-745"/>
            <a:alphaOff val="0"/>
          </a:schemeClr>
        </a:solidFill>
        <a:ln w="25400" cap="flat" cmpd="sng" algn="ctr">
          <a:solidFill>
            <a:schemeClr val="accent4">
              <a:tint val="40000"/>
              <a:alpha val="90000"/>
              <a:hueOff val="3482200"/>
              <a:satOff val="-11817"/>
              <a:lumOff val="-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Font typeface="Arial"/>
            <a:buChar char="•"/>
          </a:pPr>
          <a:r>
            <a:rPr lang="en-US" sz="1900" kern="1200" dirty="0">
              <a:cs typeface="Arial"/>
            </a:rPr>
            <a:t>Material Comparison</a:t>
          </a:r>
          <a:endParaRPr lang="en-US" sz="1900" kern="1200" dirty="0"/>
        </a:p>
        <a:p>
          <a:pPr marL="171450" lvl="1" indent="-171450" algn="l" defTabSz="844550">
            <a:lnSpc>
              <a:spcPct val="90000"/>
            </a:lnSpc>
            <a:spcBef>
              <a:spcPct val="0"/>
            </a:spcBef>
            <a:spcAft>
              <a:spcPct val="15000"/>
            </a:spcAft>
            <a:buFont typeface="Arial"/>
            <a:buChar char="•"/>
          </a:pPr>
          <a:endParaRPr lang="en-US" sz="1900" kern="1200" dirty="0"/>
        </a:p>
        <a:p>
          <a:pPr marL="171450" lvl="1" indent="-171450" algn="l" defTabSz="844550">
            <a:lnSpc>
              <a:spcPct val="90000"/>
            </a:lnSpc>
            <a:spcBef>
              <a:spcPct val="0"/>
            </a:spcBef>
            <a:spcAft>
              <a:spcPct val="15000"/>
            </a:spcAft>
            <a:buChar char="•"/>
          </a:pPr>
          <a:r>
            <a:rPr lang="en-US" sz="1900" kern="1200" dirty="0">
              <a:cs typeface="Arial"/>
            </a:rPr>
            <a:t>Phase Shift Insights</a:t>
          </a: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dirty="0">
              <a:cs typeface="Arial"/>
            </a:rPr>
            <a:t>Loss Analysis</a:t>
          </a: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dirty="0">
              <a:cs typeface="Arial"/>
            </a:rPr>
            <a:t>Matrix Multiplication Insights</a:t>
          </a:r>
        </a:p>
      </dsp:txBody>
      <dsp:txXfrm>
        <a:off x="2944330" y="754372"/>
        <a:ext cx="2580424" cy="3859469"/>
      </dsp:txXfrm>
    </dsp:sp>
    <dsp:sp modelId="{EA06C452-4895-4B39-B374-8A807D95856A}">
      <dsp:nvSpPr>
        <dsp:cNvPr id="0" name=""/>
        <dsp:cNvSpPr/>
      </dsp:nvSpPr>
      <dsp:spPr>
        <a:xfrm>
          <a:off x="5886014" y="85930"/>
          <a:ext cx="2580424" cy="668442"/>
        </a:xfrm>
        <a:prstGeom prst="rect">
          <a:avLst/>
        </a:prstGeom>
        <a:solidFill>
          <a:schemeClr val="accent4">
            <a:hueOff val="7413161"/>
            <a:satOff val="-79425"/>
            <a:lumOff val="6079"/>
            <a:alphaOff val="0"/>
          </a:schemeClr>
        </a:solidFill>
        <a:ln w="25400" cap="flat" cmpd="sng" algn="ctr">
          <a:solidFill>
            <a:schemeClr val="accent4">
              <a:hueOff val="7413161"/>
              <a:satOff val="-79425"/>
              <a:lumOff val="607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b="1" kern="1200" dirty="0">
              <a:ea typeface="+mn-lt"/>
              <a:cs typeface="+mn-lt"/>
            </a:rPr>
            <a:t>Industry Impact</a:t>
          </a:r>
          <a:endParaRPr lang="en-US" sz="1900" kern="1200" dirty="0"/>
        </a:p>
      </dsp:txBody>
      <dsp:txXfrm>
        <a:off x="5886014" y="85930"/>
        <a:ext cx="2580424" cy="668442"/>
      </dsp:txXfrm>
    </dsp:sp>
    <dsp:sp modelId="{BE6B483F-4C3A-49AC-8274-F862B5C432F1}">
      <dsp:nvSpPr>
        <dsp:cNvPr id="0" name=""/>
        <dsp:cNvSpPr/>
      </dsp:nvSpPr>
      <dsp:spPr>
        <a:xfrm>
          <a:off x="5886014" y="754372"/>
          <a:ext cx="2580424" cy="3859469"/>
        </a:xfrm>
        <a:prstGeom prst="rect">
          <a:avLst/>
        </a:prstGeom>
        <a:solidFill>
          <a:schemeClr val="accent4">
            <a:tint val="40000"/>
            <a:alpha val="90000"/>
            <a:hueOff val="6964400"/>
            <a:satOff val="-23634"/>
            <a:lumOff val="-1491"/>
            <a:alphaOff val="0"/>
          </a:schemeClr>
        </a:solidFill>
        <a:ln w="25400" cap="flat" cmpd="sng" algn="ctr">
          <a:solidFill>
            <a:schemeClr val="accent4">
              <a:tint val="40000"/>
              <a:alpha val="90000"/>
              <a:hueOff val="6964400"/>
              <a:satOff val="-23634"/>
              <a:lumOff val="-149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Enhanced Energy Efficiency</a:t>
          </a: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a:t>Improved Device Performance</a:t>
          </a:r>
          <a:endParaRPr lang="en-US" sz="1900" kern="1200" dirty="0">
            <a:cs typeface="Arial"/>
          </a:endParaRP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a:t>Scalability</a:t>
          </a:r>
          <a:endParaRPr lang="en-US" sz="1900" kern="1200" dirty="0">
            <a:cs typeface="Arial"/>
          </a:endParaRP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a:t>Support for AI Hardware</a:t>
          </a:r>
          <a:endParaRPr lang="en-US" sz="1900" kern="1200" dirty="0">
            <a:cs typeface="Arial"/>
          </a:endParaRPr>
        </a:p>
        <a:p>
          <a:pPr marL="171450" lvl="1" indent="-171450" algn="l" defTabSz="844550">
            <a:lnSpc>
              <a:spcPct val="90000"/>
            </a:lnSpc>
            <a:spcBef>
              <a:spcPct val="0"/>
            </a:spcBef>
            <a:spcAft>
              <a:spcPct val="15000"/>
            </a:spcAft>
            <a:buChar char="•"/>
          </a:pPr>
          <a:endParaRPr lang="en-US" sz="1900" kern="1200" dirty="0">
            <a:cs typeface="Arial"/>
          </a:endParaRPr>
        </a:p>
        <a:p>
          <a:pPr marL="171450" lvl="1" indent="-171450" algn="l" defTabSz="844550">
            <a:lnSpc>
              <a:spcPct val="90000"/>
            </a:lnSpc>
            <a:spcBef>
              <a:spcPct val="0"/>
            </a:spcBef>
            <a:spcAft>
              <a:spcPct val="15000"/>
            </a:spcAft>
            <a:buChar char="•"/>
          </a:pPr>
          <a:r>
            <a:rPr lang="en-US" sz="1900" kern="1200" dirty="0"/>
            <a:t>Future Innovations</a:t>
          </a:r>
          <a:endParaRPr lang="en-US" sz="1900" kern="1200" dirty="0">
            <a:cs typeface="Arial"/>
          </a:endParaRPr>
        </a:p>
      </dsp:txBody>
      <dsp:txXfrm>
        <a:off x="5886014" y="754372"/>
        <a:ext cx="2580424" cy="385946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648EAE-2CA2-4EB9-A5AE-4F58878CCC92}" type="datetimeFigureOut">
              <a:rPr lang="en-US" smtClean="0"/>
              <a:t>12/13/2024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A9A67C-D5D1-4445-BCD4-13FD1D3386D0}" type="slidenum">
              <a:rPr lang="en-US" smtClean="0"/>
              <a:t>‹#›</a:t>
            </a:fld>
            <a:endParaRPr lang="en-US"/>
          </a:p>
        </p:txBody>
      </p:sp>
    </p:spTree>
    <p:extLst>
      <p:ext uri="{BB962C8B-B14F-4D97-AF65-F5344CB8AC3E}">
        <p14:creationId xmlns:p14="http://schemas.microsoft.com/office/powerpoint/2010/main" val="31116723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
              <a:buAutoNum type="arabicPeriod"/>
            </a:pPr>
            <a:r>
              <a:rPr lang="en-US" sz="1200" dirty="0"/>
              <a:t>A metal wire (e.g., Aluminum, Copper, or Silver) is placed near an optical waveguide to act as a heat source.</a:t>
            </a:r>
            <a:endParaRPr lang="en-US" sz="1200" dirty="0">
              <a:cs typeface="Arial"/>
            </a:endParaRPr>
          </a:p>
          <a:p>
            <a:pPr>
              <a:buFont typeface=""/>
              <a:buAutoNum type="arabicPeriod"/>
            </a:pPr>
            <a:r>
              <a:rPr lang="en-US" sz="1200" dirty="0"/>
              <a:t>The metal wire is connected to a power supply for controlled heating.</a:t>
            </a:r>
            <a:endParaRPr lang="en-US" sz="1200" dirty="0">
              <a:cs typeface="Arial"/>
            </a:endParaRPr>
          </a:p>
          <a:p>
            <a:pPr>
              <a:buFont typeface=""/>
              <a:buAutoNum type="arabicPeriod"/>
            </a:pPr>
            <a:r>
              <a:rPr lang="en-US" sz="1200" dirty="0"/>
              <a:t>Heating changes the waveguide's temperature, affecting its refractive index due to temperature dependency.</a:t>
            </a:r>
            <a:endParaRPr lang="en-US" sz="1200" dirty="0">
              <a:cs typeface="Arial"/>
            </a:endParaRPr>
          </a:p>
          <a:p>
            <a:pPr>
              <a:buFont typeface=""/>
              <a:buAutoNum type="arabicPeriod"/>
            </a:pPr>
            <a:r>
              <a:rPr lang="en-US" sz="1200" dirty="0"/>
              <a:t>The change in refractive index modifies the effective index, enabling phase tuning of the transmitted light.</a:t>
            </a:r>
            <a:endParaRPr lang="en-US" sz="1200" dirty="0">
              <a:cs typeface="Arial"/>
            </a:endParaRPr>
          </a:p>
        </p:txBody>
      </p:sp>
      <p:sp>
        <p:nvSpPr>
          <p:cNvPr id="4" name="Slide Number Placeholder 3"/>
          <p:cNvSpPr>
            <a:spLocks noGrp="1"/>
          </p:cNvSpPr>
          <p:nvPr>
            <p:ph type="sldNum" sz="quarter" idx="5"/>
          </p:nvPr>
        </p:nvSpPr>
        <p:spPr/>
        <p:txBody>
          <a:bodyPr/>
          <a:lstStyle/>
          <a:p>
            <a:fld id="{87A9A67C-D5D1-4445-BCD4-13FD1D3386D0}" type="slidenum">
              <a:rPr lang="en-US" smtClean="0"/>
              <a:t>8</a:t>
            </a:fld>
            <a:endParaRPr lang="en-US"/>
          </a:p>
        </p:txBody>
      </p:sp>
    </p:spTree>
    <p:extLst>
      <p:ext uri="{BB962C8B-B14F-4D97-AF65-F5344CB8AC3E}">
        <p14:creationId xmlns:p14="http://schemas.microsoft.com/office/powerpoint/2010/main" val="7356880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jp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18.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9.jpg"/><Relationship Id="rId5" Type="http://schemas.openxmlformats.org/officeDocument/2006/relationships/image" Target="../media/image8.png"/><Relationship Id="rId4" Type="http://schemas.openxmlformats.org/officeDocument/2006/relationships/image" Target="../media/image7.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11.jpg"/><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Vertical Title-Photo">
    <p:bg>
      <p:bgRef idx="1001">
        <a:schemeClr val="bg1"/>
      </p:bgRef>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BB2362A8-B35C-6344-168F-975FC4D6023C}"/>
              </a:ext>
              <a:ext uri="{C183D7F6-B498-43B3-948B-1728B52AA6E4}">
                <adec:decorative xmlns:adec="http://schemas.microsoft.com/office/drawing/2017/decorative" val="1"/>
              </a:ext>
            </a:extLst>
          </p:cNvPr>
          <p:cNvPicPr>
            <a:picLocks noChangeAspect="1"/>
          </p:cNvPicPr>
          <p:nvPr/>
        </p:nvPicPr>
        <p:blipFill rotWithShape="1">
          <a:blip r:embed="rId2"/>
          <a:srcRect r="1383"/>
          <a:stretch/>
        </p:blipFill>
        <p:spPr>
          <a:xfrm>
            <a:off x="0" y="0"/>
            <a:ext cx="957985" cy="4273550"/>
          </a:xfrm>
          <a:prstGeom prst="rect">
            <a:avLst/>
          </a:prstGeom>
        </p:spPr>
      </p:pic>
      <p:sp>
        <p:nvSpPr>
          <p:cNvPr id="19" name="Rectangle 18">
            <a:extLst>
              <a:ext uri="{FF2B5EF4-FFF2-40B4-BE49-F238E27FC236}">
                <a16:creationId xmlns:a16="http://schemas.microsoft.com/office/drawing/2014/main" id="{CA12CD24-74CA-0905-D07A-23DF9DF44B5E}"/>
              </a:ext>
              <a:ext uri="{C183D7F6-B498-43B3-948B-1728B52AA6E4}">
                <adec:decorative xmlns:adec="http://schemas.microsoft.com/office/drawing/2017/decorative" val="1"/>
              </a:ext>
            </a:extLst>
          </p:cNvPr>
          <p:cNvSpPr/>
          <p:nvPr/>
        </p:nvSpPr>
        <p:spPr>
          <a:xfrm>
            <a:off x="0" y="4271434"/>
            <a:ext cx="957999" cy="25865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8" name="Rectangle 17">
            <a:extLst>
              <a:ext uri="{FF2B5EF4-FFF2-40B4-BE49-F238E27FC236}">
                <a16:creationId xmlns:a16="http://schemas.microsoft.com/office/drawing/2014/main" id="{91B3B6BF-2B16-86A0-06F6-306E154F9442}"/>
              </a:ext>
              <a:ext uri="{C183D7F6-B498-43B3-948B-1728B52AA6E4}">
                <adec:decorative xmlns:adec="http://schemas.microsoft.com/office/drawing/2017/decorative" val="1"/>
              </a:ext>
            </a:extLst>
          </p:cNvPr>
          <p:cNvSpPr/>
          <p:nvPr/>
        </p:nvSpPr>
        <p:spPr>
          <a:xfrm flipH="1">
            <a:off x="957999"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pic>
        <p:nvPicPr>
          <p:cNvPr id="36" name="Picture 35" descr="An aerial shot of Colorado State University campus">
            <a:extLst>
              <a:ext uri="{FF2B5EF4-FFF2-40B4-BE49-F238E27FC236}">
                <a16:creationId xmlns:a16="http://schemas.microsoft.com/office/drawing/2014/main" id="{D30282C0-5A37-362D-B1DC-BFE43AC19EDD}"/>
              </a:ext>
            </a:extLst>
          </p:cNvPr>
          <p:cNvPicPr>
            <a:picLocks noChangeAspect="1"/>
          </p:cNvPicPr>
          <p:nvPr/>
        </p:nvPicPr>
        <p:blipFill>
          <a:blip r:embed="rId3"/>
          <a:stretch>
            <a:fillRect/>
          </a:stretch>
        </p:blipFill>
        <p:spPr>
          <a:xfrm>
            <a:off x="1133072" y="-1"/>
            <a:ext cx="10288096" cy="6868102"/>
          </a:xfrm>
          <a:prstGeom prst="rect">
            <a:avLst/>
          </a:prstGeom>
        </p:spPr>
      </p:pic>
      <p:pic>
        <p:nvPicPr>
          <p:cNvPr id="39" name="Picture 38" descr="Colorado State University logo">
            <a:extLst>
              <a:ext uri="{FF2B5EF4-FFF2-40B4-BE49-F238E27FC236}">
                <a16:creationId xmlns:a16="http://schemas.microsoft.com/office/drawing/2014/main" id="{05598EE9-D485-D86F-A9DF-63BBA2F49AAF}"/>
              </a:ext>
            </a:extLst>
          </p:cNvPr>
          <p:cNvPicPr>
            <a:picLocks noChangeAspect="1"/>
          </p:cNvPicPr>
          <p:nvPr/>
        </p:nvPicPr>
        <p:blipFill>
          <a:blip r:embed="rId4"/>
          <a:stretch>
            <a:fillRect/>
          </a:stretch>
        </p:blipFill>
        <p:spPr>
          <a:xfrm>
            <a:off x="1471149" y="347528"/>
            <a:ext cx="2647888" cy="1732794"/>
          </a:xfrm>
          <a:prstGeom prst="rect">
            <a:avLst/>
          </a:prstGeom>
        </p:spPr>
      </p:pic>
      <p:sp>
        <p:nvSpPr>
          <p:cNvPr id="5" name="Title 1">
            <a:extLst>
              <a:ext uri="{FF2B5EF4-FFF2-40B4-BE49-F238E27FC236}">
                <a16:creationId xmlns:a16="http://schemas.microsoft.com/office/drawing/2014/main" id="{10EED9DF-CA52-CD7D-5F2A-469D8A2F8FF9}"/>
              </a:ext>
            </a:extLst>
          </p:cNvPr>
          <p:cNvSpPr>
            <a:spLocks noGrp="1"/>
          </p:cNvSpPr>
          <p:nvPr>
            <p:ph type="title" hasCustomPrompt="1"/>
          </p:nvPr>
        </p:nvSpPr>
        <p:spPr>
          <a:xfrm>
            <a:off x="4997018" y="1670492"/>
            <a:ext cx="5974353" cy="2631105"/>
          </a:xfrm>
        </p:spPr>
        <p:txBody>
          <a:bodyPr/>
          <a:lstStyle>
            <a:lvl1pPr>
              <a:defRPr sz="5299"/>
            </a:lvl1pPr>
          </a:lstStyle>
          <a:p>
            <a:r>
              <a:rPr lang="en-US" dirty="0"/>
              <a:t>Three-line</a:t>
            </a:r>
            <a:br>
              <a:rPr lang="en-US" dirty="0"/>
            </a:br>
            <a:r>
              <a:rPr lang="en-US" dirty="0"/>
              <a:t>Presentation</a:t>
            </a:r>
            <a:br>
              <a:rPr lang="en-US" dirty="0"/>
            </a:br>
            <a:r>
              <a:rPr lang="en-US" dirty="0"/>
              <a:t>Title</a:t>
            </a:r>
          </a:p>
        </p:txBody>
      </p:sp>
      <p:cxnSp>
        <p:nvCxnSpPr>
          <p:cNvPr id="3" name="Straight Connector 2">
            <a:extLst>
              <a:ext uri="{C183D7F6-B498-43B3-948B-1728B52AA6E4}">
                <adec:decorative xmlns:adec="http://schemas.microsoft.com/office/drawing/2017/decorative" val="1"/>
              </a:ext>
            </a:extLst>
          </p:cNvPr>
          <p:cNvCxnSpPr/>
          <p:nvPr/>
        </p:nvCxnSpPr>
        <p:spPr>
          <a:xfrm>
            <a:off x="4997019" y="4519612"/>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0"/>
          <p:cNvSpPr>
            <a:spLocks noGrp="1"/>
          </p:cNvSpPr>
          <p:nvPr>
            <p:ph type="body" sz="quarter" idx="12" hasCustomPrompt="1"/>
          </p:nvPr>
        </p:nvSpPr>
        <p:spPr>
          <a:xfrm>
            <a:off x="4997019" y="4737628"/>
            <a:ext cx="5974353" cy="452945"/>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17" name="Rectangle 16">
            <a:extLst>
              <a:ext uri="{FF2B5EF4-FFF2-40B4-BE49-F238E27FC236}">
                <a16:creationId xmlns:a16="http://schemas.microsoft.com/office/drawing/2014/main" id="{93E58544-6EFC-4319-575F-41CF6786511F}"/>
              </a:ext>
              <a:ext uri="{C183D7F6-B498-43B3-948B-1728B52AA6E4}">
                <adec:decorative xmlns:adec="http://schemas.microsoft.com/office/drawing/2017/decorative" val="1"/>
              </a:ext>
            </a:extLst>
          </p:cNvPr>
          <p:cNvSpPr/>
          <p:nvPr/>
        </p:nvSpPr>
        <p:spPr>
          <a:xfrm flipH="1">
            <a:off x="11421176"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grpSp>
        <p:nvGrpSpPr>
          <p:cNvPr id="30" name="Group 29">
            <a:extLst>
              <a:ext uri="{FF2B5EF4-FFF2-40B4-BE49-F238E27FC236}">
                <a16:creationId xmlns:a16="http://schemas.microsoft.com/office/drawing/2014/main" id="{251DD589-66DA-2560-7B34-287747EB1223}"/>
              </a:ext>
              <a:ext uri="{C183D7F6-B498-43B3-948B-1728B52AA6E4}">
                <adec:decorative xmlns:adec="http://schemas.microsoft.com/office/drawing/2017/decorative" val="1"/>
              </a:ext>
            </a:extLst>
          </p:cNvPr>
          <p:cNvGrpSpPr/>
          <p:nvPr/>
        </p:nvGrpSpPr>
        <p:grpSpPr>
          <a:xfrm>
            <a:off x="11596255" y="1"/>
            <a:ext cx="595745" cy="1981200"/>
            <a:chOff x="23195532" y="179377"/>
            <a:chExt cx="1191645" cy="3952951"/>
          </a:xfrm>
        </p:grpSpPr>
        <p:sp>
          <p:nvSpPr>
            <p:cNvPr id="8" name="Rectangle 7">
              <a:extLst>
                <a:ext uri="{FF2B5EF4-FFF2-40B4-BE49-F238E27FC236}">
                  <a16:creationId xmlns:a16="http://schemas.microsoft.com/office/drawing/2014/main" id="{326362F0-052A-E80B-360A-0F46D76C684C}"/>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9" name="Rectangle 8">
              <a:extLst>
                <a:ext uri="{FF2B5EF4-FFF2-40B4-BE49-F238E27FC236}">
                  <a16:creationId xmlns:a16="http://schemas.microsoft.com/office/drawing/2014/main" id="{D0BF2DAB-1C7F-87EA-DF8A-701A4C25A3EB}"/>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1" name="Rectangle 10">
              <a:extLst>
                <a:ext uri="{FF2B5EF4-FFF2-40B4-BE49-F238E27FC236}">
                  <a16:creationId xmlns:a16="http://schemas.microsoft.com/office/drawing/2014/main" id="{CF244137-7879-AF2B-2E0D-AAEA8C7DDE72}"/>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2" name="Rectangle 11">
              <a:extLst>
                <a:ext uri="{FF2B5EF4-FFF2-40B4-BE49-F238E27FC236}">
                  <a16:creationId xmlns:a16="http://schemas.microsoft.com/office/drawing/2014/main" id="{9477791B-4C41-7E9E-6085-EFCADA0331E2}"/>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3" name="Rectangle 12">
              <a:extLst>
                <a:ext uri="{FF2B5EF4-FFF2-40B4-BE49-F238E27FC236}">
                  <a16:creationId xmlns:a16="http://schemas.microsoft.com/office/drawing/2014/main" id="{FFC980BD-F417-0023-DD45-CB642CEB103B}"/>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4" name="Rectangle 13">
              <a:extLst>
                <a:ext uri="{FF2B5EF4-FFF2-40B4-BE49-F238E27FC236}">
                  <a16:creationId xmlns:a16="http://schemas.microsoft.com/office/drawing/2014/main" id="{8175C76B-5CBC-4C1C-E590-DACB014C0D3B}"/>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5" name="Rectangle 14">
              <a:extLst>
                <a:ext uri="{FF2B5EF4-FFF2-40B4-BE49-F238E27FC236}">
                  <a16:creationId xmlns:a16="http://schemas.microsoft.com/office/drawing/2014/main" id="{43D121C1-3A58-31AE-ADD8-DD8863B68FE4}"/>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grpSp>
      <p:pic>
        <p:nvPicPr>
          <p:cNvPr id="29" name="Picture 28">
            <a:extLst>
              <a:ext uri="{FF2B5EF4-FFF2-40B4-BE49-F238E27FC236}">
                <a16:creationId xmlns:a16="http://schemas.microsoft.com/office/drawing/2014/main" id="{2C9B660E-DADE-3297-F523-480C5756709A}"/>
              </a:ext>
              <a:ext uri="{C183D7F6-B498-43B3-948B-1728B52AA6E4}">
                <adec:decorative xmlns:adec="http://schemas.microsoft.com/office/drawing/2017/decorative" val="1"/>
              </a:ext>
            </a:extLst>
          </p:cNvPr>
          <p:cNvPicPr>
            <a:picLocks noChangeAspect="1"/>
          </p:cNvPicPr>
          <p:nvPr/>
        </p:nvPicPr>
        <p:blipFill rotWithShape="1">
          <a:blip r:embed="rId5"/>
          <a:srcRect l="1" r="39071"/>
          <a:stretch/>
        </p:blipFill>
        <p:spPr>
          <a:xfrm>
            <a:off x="11596250" y="1981200"/>
            <a:ext cx="595744" cy="4876800"/>
          </a:xfrm>
          <a:prstGeom prst="rect">
            <a:avLst/>
          </a:prstGeom>
        </p:spPr>
      </p:pic>
    </p:spTree>
    <p:extLst>
      <p:ext uri="{BB962C8B-B14F-4D97-AF65-F5344CB8AC3E}">
        <p14:creationId xmlns:p14="http://schemas.microsoft.com/office/powerpoint/2010/main" val="31870613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ertical Title-Logo">
    <p:bg>
      <p:bgRef idx="1001">
        <a:schemeClr val="bg1"/>
      </p:bgRef>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6BC10D8E-8D0B-3CB5-550F-C1F0821F1C34}"/>
              </a:ext>
              <a:ext uri="{C183D7F6-B498-43B3-948B-1728B52AA6E4}">
                <adec:decorative xmlns:adec="http://schemas.microsoft.com/office/drawing/2017/decorative" val="1"/>
              </a:ext>
            </a:extLst>
          </p:cNvPr>
          <p:cNvPicPr>
            <a:picLocks noChangeAspect="1"/>
          </p:cNvPicPr>
          <p:nvPr/>
        </p:nvPicPr>
        <p:blipFill rotWithShape="1">
          <a:blip r:embed="rId2"/>
          <a:srcRect r="1383"/>
          <a:stretch/>
        </p:blipFill>
        <p:spPr>
          <a:xfrm>
            <a:off x="0" y="0"/>
            <a:ext cx="957985" cy="4273550"/>
          </a:xfrm>
          <a:prstGeom prst="rect">
            <a:avLst/>
          </a:prstGeom>
        </p:spPr>
      </p:pic>
      <p:sp>
        <p:nvSpPr>
          <p:cNvPr id="19" name="Rectangle 18">
            <a:extLst>
              <a:ext uri="{FF2B5EF4-FFF2-40B4-BE49-F238E27FC236}">
                <a16:creationId xmlns:a16="http://schemas.microsoft.com/office/drawing/2014/main" id="{CA12CD24-74CA-0905-D07A-23DF9DF44B5E}"/>
              </a:ext>
              <a:ext uri="{C183D7F6-B498-43B3-948B-1728B52AA6E4}">
                <adec:decorative xmlns:adec="http://schemas.microsoft.com/office/drawing/2017/decorative" val="1"/>
              </a:ext>
            </a:extLst>
          </p:cNvPr>
          <p:cNvSpPr/>
          <p:nvPr/>
        </p:nvSpPr>
        <p:spPr>
          <a:xfrm>
            <a:off x="0" y="4271434"/>
            <a:ext cx="957999" cy="25865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8" name="Rectangle 17">
            <a:extLst>
              <a:ext uri="{FF2B5EF4-FFF2-40B4-BE49-F238E27FC236}">
                <a16:creationId xmlns:a16="http://schemas.microsoft.com/office/drawing/2014/main" id="{91B3B6BF-2B16-86A0-06F6-306E154F9442}"/>
              </a:ext>
              <a:ext uri="{C183D7F6-B498-43B3-948B-1728B52AA6E4}">
                <adec:decorative xmlns:adec="http://schemas.microsoft.com/office/drawing/2017/decorative" val="1"/>
              </a:ext>
            </a:extLst>
          </p:cNvPr>
          <p:cNvSpPr/>
          <p:nvPr/>
        </p:nvSpPr>
        <p:spPr>
          <a:xfrm flipH="1">
            <a:off x="957999"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3" name="Rectangle 22">
            <a:extLst>
              <a:ext uri="{FF2B5EF4-FFF2-40B4-BE49-F238E27FC236}">
                <a16:creationId xmlns:a16="http://schemas.microsoft.com/office/drawing/2014/main" id="{925EF944-57F4-E84D-0B8B-F23B69A51E8F}"/>
              </a:ext>
              <a:ext uri="{C183D7F6-B498-43B3-948B-1728B52AA6E4}">
                <adec:decorative xmlns:adec="http://schemas.microsoft.com/office/drawing/2017/decorative" val="1"/>
              </a:ext>
            </a:extLst>
          </p:cNvPr>
          <p:cNvSpPr/>
          <p:nvPr/>
        </p:nvSpPr>
        <p:spPr>
          <a:xfrm>
            <a:off x="1133073" y="0"/>
            <a:ext cx="3324047" cy="685799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pic>
        <p:nvPicPr>
          <p:cNvPr id="6" name="Picture 5" descr="Colorado State University logo">
            <a:extLst>
              <a:ext uri="{FF2B5EF4-FFF2-40B4-BE49-F238E27FC236}">
                <a16:creationId xmlns:a16="http://schemas.microsoft.com/office/drawing/2014/main" id="{513D1247-2275-E5FB-89CF-D88723D8114E}"/>
              </a:ext>
            </a:extLst>
          </p:cNvPr>
          <p:cNvPicPr>
            <a:picLocks noChangeAspect="1"/>
          </p:cNvPicPr>
          <p:nvPr/>
        </p:nvPicPr>
        <p:blipFill>
          <a:blip r:embed="rId3"/>
          <a:stretch>
            <a:fillRect/>
          </a:stretch>
        </p:blipFill>
        <p:spPr>
          <a:xfrm>
            <a:off x="1511322" y="2562603"/>
            <a:ext cx="2647888" cy="1732794"/>
          </a:xfrm>
          <a:prstGeom prst="rect">
            <a:avLst/>
          </a:prstGeom>
        </p:spPr>
      </p:pic>
      <p:sp>
        <p:nvSpPr>
          <p:cNvPr id="9" name="Title 1">
            <a:extLst>
              <a:ext uri="{FF2B5EF4-FFF2-40B4-BE49-F238E27FC236}">
                <a16:creationId xmlns:a16="http://schemas.microsoft.com/office/drawing/2014/main" id="{1E7B9D46-0C64-DE90-73CB-FC4C4FD139C7}"/>
              </a:ext>
            </a:extLst>
          </p:cNvPr>
          <p:cNvSpPr>
            <a:spLocks noGrp="1"/>
          </p:cNvSpPr>
          <p:nvPr>
            <p:ph type="title" hasCustomPrompt="1"/>
          </p:nvPr>
        </p:nvSpPr>
        <p:spPr>
          <a:xfrm>
            <a:off x="4997018" y="1670492"/>
            <a:ext cx="5974353" cy="2631105"/>
          </a:xfrm>
        </p:spPr>
        <p:txBody>
          <a:bodyPr/>
          <a:lstStyle>
            <a:lvl1pPr>
              <a:defRPr sz="5299"/>
            </a:lvl1pPr>
          </a:lstStyle>
          <a:p>
            <a:r>
              <a:rPr lang="en-US" dirty="0"/>
              <a:t>Three-line</a:t>
            </a:r>
            <a:br>
              <a:rPr lang="en-US" dirty="0"/>
            </a:br>
            <a:r>
              <a:rPr lang="en-US" dirty="0"/>
              <a:t>Presentation</a:t>
            </a:r>
            <a:br>
              <a:rPr lang="en-US" dirty="0"/>
            </a:br>
            <a:r>
              <a:rPr lang="en-US" dirty="0"/>
              <a:t>Title</a:t>
            </a:r>
          </a:p>
        </p:txBody>
      </p:sp>
      <p:cxnSp>
        <p:nvCxnSpPr>
          <p:cNvPr id="3" name="Straight Connector 2">
            <a:extLst>
              <a:ext uri="{C183D7F6-B498-43B3-948B-1728B52AA6E4}">
                <adec:decorative xmlns:adec="http://schemas.microsoft.com/office/drawing/2017/decorative" val="1"/>
              </a:ext>
            </a:extLst>
          </p:cNvPr>
          <p:cNvCxnSpPr/>
          <p:nvPr/>
        </p:nvCxnSpPr>
        <p:spPr>
          <a:xfrm>
            <a:off x="4997019" y="4519612"/>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0" name="Text Placeholder 10"/>
          <p:cNvSpPr>
            <a:spLocks noGrp="1"/>
          </p:cNvSpPr>
          <p:nvPr>
            <p:ph type="body" sz="quarter" idx="12" hasCustomPrompt="1"/>
          </p:nvPr>
        </p:nvSpPr>
        <p:spPr>
          <a:xfrm>
            <a:off x="4997019" y="4737628"/>
            <a:ext cx="5974353" cy="452945"/>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17" name="Rectangle 16">
            <a:extLst>
              <a:ext uri="{FF2B5EF4-FFF2-40B4-BE49-F238E27FC236}">
                <a16:creationId xmlns:a16="http://schemas.microsoft.com/office/drawing/2014/main" id="{93E58544-6EFC-4319-575F-41CF6786511F}"/>
              </a:ext>
              <a:ext uri="{C183D7F6-B498-43B3-948B-1728B52AA6E4}">
                <adec:decorative xmlns:adec="http://schemas.microsoft.com/office/drawing/2017/decorative" val="1"/>
              </a:ext>
            </a:extLst>
          </p:cNvPr>
          <p:cNvSpPr/>
          <p:nvPr/>
        </p:nvSpPr>
        <p:spPr>
          <a:xfrm flipH="1">
            <a:off x="11421176"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grpSp>
        <p:nvGrpSpPr>
          <p:cNvPr id="2" name="Group 1">
            <a:extLst>
              <a:ext uri="{FF2B5EF4-FFF2-40B4-BE49-F238E27FC236}">
                <a16:creationId xmlns:a16="http://schemas.microsoft.com/office/drawing/2014/main" id="{CEB5B052-2CDE-BD23-7A21-71905398BDE6}"/>
              </a:ext>
              <a:ext uri="{C183D7F6-B498-43B3-948B-1728B52AA6E4}">
                <adec:decorative xmlns:adec="http://schemas.microsoft.com/office/drawing/2017/decorative" val="1"/>
              </a:ext>
            </a:extLst>
          </p:cNvPr>
          <p:cNvGrpSpPr/>
          <p:nvPr/>
        </p:nvGrpSpPr>
        <p:grpSpPr>
          <a:xfrm>
            <a:off x="11596255" y="1"/>
            <a:ext cx="595745" cy="1981200"/>
            <a:chOff x="23195532" y="179377"/>
            <a:chExt cx="1191645" cy="3952951"/>
          </a:xfrm>
        </p:grpSpPr>
        <p:sp>
          <p:nvSpPr>
            <p:cNvPr id="5" name="Rectangle 4">
              <a:extLst>
                <a:ext uri="{FF2B5EF4-FFF2-40B4-BE49-F238E27FC236}">
                  <a16:creationId xmlns:a16="http://schemas.microsoft.com/office/drawing/2014/main" id="{963211BA-E7D7-3693-93C7-DDA43CEEC055}"/>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7" name="Rectangle 6">
              <a:extLst>
                <a:ext uri="{FF2B5EF4-FFF2-40B4-BE49-F238E27FC236}">
                  <a16:creationId xmlns:a16="http://schemas.microsoft.com/office/drawing/2014/main" id="{532A6159-BAF5-E0C8-B4B5-C415D68EA9A2}"/>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16" name="Rectangle 15">
              <a:extLst>
                <a:ext uri="{FF2B5EF4-FFF2-40B4-BE49-F238E27FC236}">
                  <a16:creationId xmlns:a16="http://schemas.microsoft.com/office/drawing/2014/main" id="{853694A3-5AE5-342B-306B-F64105E0D29D}"/>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0" name="Rectangle 19">
              <a:extLst>
                <a:ext uri="{FF2B5EF4-FFF2-40B4-BE49-F238E27FC236}">
                  <a16:creationId xmlns:a16="http://schemas.microsoft.com/office/drawing/2014/main" id="{1D70BF71-6A7D-E032-CC68-F5B91A0B5D08}"/>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1" name="Rectangle 20">
              <a:extLst>
                <a:ext uri="{FF2B5EF4-FFF2-40B4-BE49-F238E27FC236}">
                  <a16:creationId xmlns:a16="http://schemas.microsoft.com/office/drawing/2014/main" id="{7B01747F-78C9-192A-E0B3-BB8BE79EFEF1}"/>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2" name="Rectangle 21">
              <a:extLst>
                <a:ext uri="{FF2B5EF4-FFF2-40B4-BE49-F238E27FC236}">
                  <a16:creationId xmlns:a16="http://schemas.microsoft.com/office/drawing/2014/main" id="{1AF11095-1E4B-721B-2D2E-A6AE9C07FEF2}"/>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4" name="Rectangle 23">
              <a:extLst>
                <a:ext uri="{FF2B5EF4-FFF2-40B4-BE49-F238E27FC236}">
                  <a16:creationId xmlns:a16="http://schemas.microsoft.com/office/drawing/2014/main" id="{D714B9EB-86D0-1A95-18F4-6EF135DA6543}"/>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grpSp>
      <p:pic>
        <p:nvPicPr>
          <p:cNvPr id="29" name="Picture 28">
            <a:extLst>
              <a:ext uri="{FF2B5EF4-FFF2-40B4-BE49-F238E27FC236}">
                <a16:creationId xmlns:a16="http://schemas.microsoft.com/office/drawing/2014/main" id="{2C9B660E-DADE-3297-F523-480C5756709A}"/>
              </a:ext>
              <a:ext uri="{C183D7F6-B498-43B3-948B-1728B52AA6E4}">
                <adec:decorative xmlns:adec="http://schemas.microsoft.com/office/drawing/2017/decorative" val="1"/>
              </a:ext>
            </a:extLst>
          </p:cNvPr>
          <p:cNvPicPr>
            <a:picLocks noChangeAspect="1"/>
          </p:cNvPicPr>
          <p:nvPr/>
        </p:nvPicPr>
        <p:blipFill rotWithShape="1">
          <a:blip r:embed="rId4"/>
          <a:srcRect l="1" r="39071"/>
          <a:stretch/>
        </p:blipFill>
        <p:spPr>
          <a:xfrm>
            <a:off x="11596250" y="1981200"/>
            <a:ext cx="595744" cy="4876800"/>
          </a:xfrm>
          <a:prstGeom prst="rect">
            <a:avLst/>
          </a:prstGeom>
        </p:spPr>
      </p:pic>
    </p:spTree>
    <p:extLst>
      <p:ext uri="{BB962C8B-B14F-4D97-AF65-F5344CB8AC3E}">
        <p14:creationId xmlns:p14="http://schemas.microsoft.com/office/powerpoint/2010/main" val="34913050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ertical Title-Unit ID">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8E0622D4-4400-A1E1-234A-33DF8035E5E2}"/>
              </a:ext>
              <a:ext uri="{C183D7F6-B498-43B3-948B-1728B52AA6E4}">
                <adec:decorative xmlns:adec="http://schemas.microsoft.com/office/drawing/2017/decorative" val="1"/>
              </a:ext>
            </a:extLst>
          </p:cNvPr>
          <p:cNvPicPr>
            <a:picLocks noChangeAspect="1"/>
          </p:cNvPicPr>
          <p:nvPr/>
        </p:nvPicPr>
        <p:blipFill rotWithShape="1">
          <a:blip r:embed="rId2"/>
          <a:srcRect r="1383"/>
          <a:stretch/>
        </p:blipFill>
        <p:spPr>
          <a:xfrm>
            <a:off x="0" y="0"/>
            <a:ext cx="957985" cy="4273550"/>
          </a:xfrm>
          <a:prstGeom prst="rect">
            <a:avLst/>
          </a:prstGeom>
        </p:spPr>
      </p:pic>
      <p:sp>
        <p:nvSpPr>
          <p:cNvPr id="26" name="Rectangle 25">
            <a:extLst>
              <a:ext uri="{FF2B5EF4-FFF2-40B4-BE49-F238E27FC236}">
                <a16:creationId xmlns:a16="http://schemas.microsoft.com/office/drawing/2014/main" id="{186C7CEA-7003-C4E0-6B60-21B547DF1D31}"/>
              </a:ext>
              <a:ext uri="{C183D7F6-B498-43B3-948B-1728B52AA6E4}">
                <adec:decorative xmlns:adec="http://schemas.microsoft.com/office/drawing/2017/decorative" val="1"/>
              </a:ext>
            </a:extLst>
          </p:cNvPr>
          <p:cNvSpPr/>
          <p:nvPr/>
        </p:nvSpPr>
        <p:spPr>
          <a:xfrm>
            <a:off x="0" y="4271434"/>
            <a:ext cx="957999" cy="25865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5" name="Rectangle 24">
            <a:extLst>
              <a:ext uri="{FF2B5EF4-FFF2-40B4-BE49-F238E27FC236}">
                <a16:creationId xmlns:a16="http://schemas.microsoft.com/office/drawing/2014/main" id="{CED8B625-CCCA-0501-F438-A869F8AA6B48}"/>
              </a:ext>
              <a:ext uri="{C183D7F6-B498-43B3-948B-1728B52AA6E4}">
                <adec:decorative xmlns:adec="http://schemas.microsoft.com/office/drawing/2017/decorative" val="1"/>
              </a:ext>
            </a:extLst>
          </p:cNvPr>
          <p:cNvSpPr/>
          <p:nvPr/>
        </p:nvSpPr>
        <p:spPr>
          <a:xfrm flipH="1">
            <a:off x="957999"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27" name="Rectangle 26">
            <a:extLst>
              <a:ext uri="{FF2B5EF4-FFF2-40B4-BE49-F238E27FC236}">
                <a16:creationId xmlns:a16="http://schemas.microsoft.com/office/drawing/2014/main" id="{27A99E03-6BBD-CC22-3742-9CE5259720EA}"/>
              </a:ext>
              <a:ext uri="{C183D7F6-B498-43B3-948B-1728B52AA6E4}">
                <adec:decorative xmlns:adec="http://schemas.microsoft.com/office/drawing/2017/decorative" val="1"/>
              </a:ext>
            </a:extLst>
          </p:cNvPr>
          <p:cNvSpPr/>
          <p:nvPr/>
        </p:nvSpPr>
        <p:spPr>
          <a:xfrm>
            <a:off x="1133073" y="0"/>
            <a:ext cx="3324047" cy="685799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p>
        </p:txBody>
      </p:sp>
      <p:sp>
        <p:nvSpPr>
          <p:cNvPr id="9" name="Content Placeholder 4">
            <a:extLst>
              <a:ext uri="{FF2B5EF4-FFF2-40B4-BE49-F238E27FC236}">
                <a16:creationId xmlns:a16="http://schemas.microsoft.com/office/drawing/2014/main" id="{8CCEEE7F-6A45-438C-4C03-6861A1268181}"/>
              </a:ext>
            </a:extLst>
          </p:cNvPr>
          <p:cNvSpPr>
            <a:spLocks noGrp="1"/>
          </p:cNvSpPr>
          <p:nvPr>
            <p:ph sz="quarter" idx="14" hasCustomPrompt="1"/>
          </p:nvPr>
        </p:nvSpPr>
        <p:spPr>
          <a:xfrm>
            <a:off x="1382077" y="2516510"/>
            <a:ext cx="2826038" cy="748410"/>
          </a:xfrm>
        </p:spPr>
        <p:txBody>
          <a:bodyPr/>
          <a:lstStyle>
            <a:lvl1pPr marL="0" indent="0" algn="ctr">
              <a:buNone/>
              <a:defRPr>
                <a:solidFill>
                  <a:schemeClr val="bg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Crev-357</a:t>
            </a:r>
            <a:br>
              <a:rPr lang="en-US" dirty="0"/>
            </a:br>
            <a:r>
              <a:rPr lang="en-US" dirty="0"/>
              <a:t>Unit Identifier (.</a:t>
            </a:r>
            <a:r>
              <a:rPr lang="en-US" dirty="0" err="1"/>
              <a:t>png</a:t>
            </a:r>
            <a:r>
              <a:rPr lang="en-US" dirty="0"/>
              <a:t>)</a:t>
            </a:r>
          </a:p>
        </p:txBody>
      </p:sp>
      <p:sp>
        <p:nvSpPr>
          <p:cNvPr id="3" name="Title 1">
            <a:extLst>
              <a:ext uri="{FF2B5EF4-FFF2-40B4-BE49-F238E27FC236}">
                <a16:creationId xmlns:a16="http://schemas.microsoft.com/office/drawing/2014/main" id="{B3CF289D-A3C9-8D9D-61B1-6AE279EE7DDB}"/>
              </a:ext>
            </a:extLst>
          </p:cNvPr>
          <p:cNvSpPr>
            <a:spLocks noGrp="1"/>
          </p:cNvSpPr>
          <p:nvPr>
            <p:ph type="title" hasCustomPrompt="1"/>
          </p:nvPr>
        </p:nvSpPr>
        <p:spPr>
          <a:xfrm>
            <a:off x="4997018" y="1670492"/>
            <a:ext cx="5974353" cy="2631105"/>
          </a:xfrm>
        </p:spPr>
        <p:txBody>
          <a:bodyPr/>
          <a:lstStyle>
            <a:lvl1pPr>
              <a:defRPr sz="5299"/>
            </a:lvl1pPr>
          </a:lstStyle>
          <a:p>
            <a:r>
              <a:rPr lang="en-US" dirty="0"/>
              <a:t>Three-line</a:t>
            </a:r>
            <a:br>
              <a:rPr lang="en-US" dirty="0"/>
            </a:br>
            <a:r>
              <a:rPr lang="en-US" dirty="0"/>
              <a:t>Presentation</a:t>
            </a:r>
            <a:br>
              <a:rPr lang="en-US" dirty="0"/>
            </a:br>
            <a:r>
              <a:rPr lang="en-US" dirty="0"/>
              <a:t>Title</a:t>
            </a:r>
          </a:p>
        </p:txBody>
      </p:sp>
      <p:cxnSp>
        <p:nvCxnSpPr>
          <p:cNvPr id="14" name="Straight Connector 13">
            <a:extLst>
              <a:ext uri="{FF2B5EF4-FFF2-40B4-BE49-F238E27FC236}">
                <a16:creationId xmlns:a16="http://schemas.microsoft.com/office/drawing/2014/main" id="{DAF025CF-7BE1-8FDD-94B1-32E1F2A72207}"/>
              </a:ext>
              <a:ext uri="{C183D7F6-B498-43B3-948B-1728B52AA6E4}">
                <adec:decorative xmlns:adec="http://schemas.microsoft.com/office/drawing/2017/decorative" val="1"/>
              </a:ext>
            </a:extLst>
          </p:cNvPr>
          <p:cNvCxnSpPr/>
          <p:nvPr/>
        </p:nvCxnSpPr>
        <p:spPr>
          <a:xfrm>
            <a:off x="4997019" y="4519612"/>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11" name="Text Placeholder 10">
            <a:extLst>
              <a:ext uri="{FF2B5EF4-FFF2-40B4-BE49-F238E27FC236}">
                <a16:creationId xmlns:a16="http://schemas.microsoft.com/office/drawing/2014/main" id="{58F8036D-B8E7-7487-153F-332A4069095B}"/>
              </a:ext>
            </a:extLst>
          </p:cNvPr>
          <p:cNvSpPr>
            <a:spLocks noGrp="1"/>
          </p:cNvSpPr>
          <p:nvPr>
            <p:ph type="body" sz="quarter" idx="12" hasCustomPrompt="1"/>
          </p:nvPr>
        </p:nvSpPr>
        <p:spPr>
          <a:xfrm>
            <a:off x="4997019" y="4737628"/>
            <a:ext cx="5974353" cy="452945"/>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24" name="Rectangle 23">
            <a:extLst>
              <a:ext uri="{FF2B5EF4-FFF2-40B4-BE49-F238E27FC236}">
                <a16:creationId xmlns:a16="http://schemas.microsoft.com/office/drawing/2014/main" id="{E10B072C-F36A-A04E-DE4D-EB8A67A9655D}"/>
              </a:ext>
              <a:ext uri="{C183D7F6-B498-43B3-948B-1728B52AA6E4}">
                <adec:decorative xmlns:adec="http://schemas.microsoft.com/office/drawing/2017/decorative" val="1"/>
              </a:ext>
            </a:extLst>
          </p:cNvPr>
          <p:cNvSpPr/>
          <p:nvPr/>
        </p:nvSpPr>
        <p:spPr>
          <a:xfrm flipH="1">
            <a:off x="11421176"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nvGrpSpPr>
          <p:cNvPr id="4" name="Group 3">
            <a:extLst>
              <a:ext uri="{FF2B5EF4-FFF2-40B4-BE49-F238E27FC236}">
                <a16:creationId xmlns:a16="http://schemas.microsoft.com/office/drawing/2014/main" id="{D3FC4D76-81FB-ACCF-8977-8FEDAA98C9A2}"/>
              </a:ext>
              <a:ext uri="{C183D7F6-B498-43B3-948B-1728B52AA6E4}">
                <adec:decorative xmlns:adec="http://schemas.microsoft.com/office/drawing/2017/decorative" val="1"/>
              </a:ext>
            </a:extLst>
          </p:cNvPr>
          <p:cNvGrpSpPr/>
          <p:nvPr/>
        </p:nvGrpSpPr>
        <p:grpSpPr>
          <a:xfrm>
            <a:off x="11596255" y="1"/>
            <a:ext cx="595745" cy="1981200"/>
            <a:chOff x="23195532" y="179377"/>
            <a:chExt cx="1191645" cy="3952951"/>
          </a:xfrm>
        </p:grpSpPr>
        <p:sp>
          <p:nvSpPr>
            <p:cNvPr id="6" name="Rectangle 5">
              <a:extLst>
                <a:ext uri="{FF2B5EF4-FFF2-40B4-BE49-F238E27FC236}">
                  <a16:creationId xmlns:a16="http://schemas.microsoft.com/office/drawing/2014/main" id="{C9FEFD3E-5961-4845-219F-E001ECB39221}"/>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F93A24E2-E454-BF9E-4DF9-7FF811781F11}"/>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045BA58C-3C07-33C7-1B6D-DFA6BDE81996}"/>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B3DF491F-6D6B-7C62-539B-C2873ECA5D8A}"/>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A7588E49-A916-DC61-AFE1-19648A522FBE}"/>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000C3479-63CA-CBA6-ACA2-ADE7FBECAE5E}"/>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0" name="Rectangle 29">
              <a:extLst>
                <a:ext uri="{FF2B5EF4-FFF2-40B4-BE49-F238E27FC236}">
                  <a16:creationId xmlns:a16="http://schemas.microsoft.com/office/drawing/2014/main" id="{906DC5D7-2307-6000-B7B8-D8AA09E898A4}"/>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28" name="Picture 27">
            <a:extLst>
              <a:ext uri="{FF2B5EF4-FFF2-40B4-BE49-F238E27FC236}">
                <a16:creationId xmlns:a16="http://schemas.microsoft.com/office/drawing/2014/main" id="{4EF5D8E9-612D-681A-ED80-51B964A104E6}"/>
              </a:ext>
              <a:ext uri="{C183D7F6-B498-43B3-948B-1728B52AA6E4}">
                <adec:decorative xmlns:adec="http://schemas.microsoft.com/office/drawing/2017/decorative" val="1"/>
              </a:ext>
            </a:extLst>
          </p:cNvPr>
          <p:cNvPicPr>
            <a:picLocks noChangeAspect="1"/>
          </p:cNvPicPr>
          <p:nvPr/>
        </p:nvPicPr>
        <p:blipFill rotWithShape="1">
          <a:blip r:embed="rId3"/>
          <a:srcRect l="1" r="39071"/>
          <a:stretch/>
        </p:blipFill>
        <p:spPr>
          <a:xfrm>
            <a:off x="11596250" y="1981200"/>
            <a:ext cx="595744" cy="4876800"/>
          </a:xfrm>
          <a:prstGeom prst="rect">
            <a:avLst/>
          </a:prstGeom>
        </p:spPr>
      </p:pic>
    </p:spTree>
    <p:extLst>
      <p:ext uri="{BB962C8B-B14F-4D97-AF65-F5344CB8AC3E}">
        <p14:creationId xmlns:p14="http://schemas.microsoft.com/office/powerpoint/2010/main" val="183853610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orizontal Title-Photo">
    <p:bg>
      <p:bgRef idx="1001">
        <a:schemeClr val="bg2"/>
      </p:bgRef>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D0A87B4F-7A57-E116-2C45-32B14FC88C6A}"/>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46" name="Rectangle 45">
              <a:extLst>
                <a:ext uri="{FF2B5EF4-FFF2-40B4-BE49-F238E27FC236}">
                  <a16:creationId xmlns:a16="http://schemas.microsoft.com/office/drawing/2014/main" id="{AD57C644-FEBF-9113-5927-9768D8D0FA88}"/>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D07479E8-DC92-2C2F-2918-38A097E19379}"/>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C05C1430-9968-6D88-677F-2485BB14AA2D}"/>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C16FD7B1-416E-CA00-31A7-5492FEF65339}"/>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87F717F7-BA67-3DBB-2C1E-93DE9423B187}"/>
                </a:ext>
              </a:extLst>
            </p:cNvPr>
            <p:cNvSpPr/>
            <p:nvPr userDrawn="1"/>
          </p:nvSpPr>
          <p:spPr>
            <a:xfrm rot="16200000">
              <a:off x="1960153"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EC25C91A-E7D6-143F-8CBA-49C86F081711}"/>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C8BDCF05-9FAA-BE45-A86B-D65536E2DC65}"/>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3" name="Rectangle 52">
              <a:extLst>
                <a:ext uri="{FF2B5EF4-FFF2-40B4-BE49-F238E27FC236}">
                  <a16:creationId xmlns:a16="http://schemas.microsoft.com/office/drawing/2014/main" id="{BD27DD14-79B6-BFA6-0DE1-4745077AD6EB}"/>
                </a:ext>
              </a:extLst>
            </p:cNvPr>
            <p:cNvSpPr/>
            <p:nvPr userDrawn="1"/>
          </p:nvSpPr>
          <p:spPr>
            <a:xfrm rot="16200000">
              <a:off x="366442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4" name="Rectangle 53">
              <a:extLst>
                <a:ext uri="{FF2B5EF4-FFF2-40B4-BE49-F238E27FC236}">
                  <a16:creationId xmlns:a16="http://schemas.microsoft.com/office/drawing/2014/main" id="{1A1E6A46-72DD-4620-11AD-B24A46E2CD4F}"/>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5" name="Rectangle 54">
              <a:extLst>
                <a:ext uri="{FF2B5EF4-FFF2-40B4-BE49-F238E27FC236}">
                  <a16:creationId xmlns:a16="http://schemas.microsoft.com/office/drawing/2014/main" id="{C24740B9-0AFE-2A72-BAB4-CD9179B4E7B8}"/>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6" name="Rectangle 55">
              <a:extLst>
                <a:ext uri="{FF2B5EF4-FFF2-40B4-BE49-F238E27FC236}">
                  <a16:creationId xmlns:a16="http://schemas.microsoft.com/office/drawing/2014/main" id="{B3ADCE63-3A13-C0C7-34A8-AF40FE52F293}"/>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7" name="Rectangle 56">
              <a:extLst>
                <a:ext uri="{FF2B5EF4-FFF2-40B4-BE49-F238E27FC236}">
                  <a16:creationId xmlns:a16="http://schemas.microsoft.com/office/drawing/2014/main" id="{63163F3F-7C4F-CC6B-99BC-F04D03D6ECD0}"/>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8" name="Rectangle 57">
              <a:extLst>
                <a:ext uri="{FF2B5EF4-FFF2-40B4-BE49-F238E27FC236}">
                  <a16:creationId xmlns:a16="http://schemas.microsoft.com/office/drawing/2014/main" id="{16F35307-AB69-FFBC-107C-F809DFE913FA}"/>
                </a:ext>
              </a:extLst>
            </p:cNvPr>
            <p:cNvSpPr/>
            <p:nvPr userDrawn="1"/>
          </p:nvSpPr>
          <p:spPr>
            <a:xfrm rot="16200000">
              <a:off x="650487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67" name="Picture 66">
            <a:extLst>
              <a:ext uri="{FF2B5EF4-FFF2-40B4-BE49-F238E27FC236}">
                <a16:creationId xmlns:a16="http://schemas.microsoft.com/office/drawing/2014/main" id="{92802A39-2259-D3B0-4A1A-54A6CD7C5BFA}"/>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59" name="Rectangle 58">
            <a:extLst>
              <a:ext uri="{FF2B5EF4-FFF2-40B4-BE49-F238E27FC236}">
                <a16:creationId xmlns:a16="http://schemas.microsoft.com/office/drawing/2014/main" id="{150F919F-2672-E7CF-2330-1BB4B37DD714}"/>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1" name="TextBox 60">
            <a:extLst>
              <a:ext uri="{FF2B5EF4-FFF2-40B4-BE49-F238E27FC236}">
                <a16:creationId xmlns:a16="http://schemas.microsoft.com/office/drawing/2014/main" id="{ECB302DC-CB4C-F447-F2A9-EBB4049E6EC3}"/>
              </a:ext>
            </a:extLst>
          </p:cNvPr>
          <p:cNvSpPr txBox="1"/>
          <p:nvPr/>
        </p:nvSpPr>
        <p:spPr>
          <a:xfrm rot="16200000">
            <a:off x="-848160" y="1420420"/>
            <a:ext cx="2035537" cy="323165"/>
          </a:xfrm>
          <a:prstGeom prst="rect">
            <a:avLst/>
          </a:prstGeom>
          <a:noFill/>
        </p:spPr>
        <p:txBody>
          <a:bodyPr wrap="square" rtlCol="0">
            <a:spAutoFit/>
          </a:bodyPr>
          <a:lstStyle/>
          <a:p>
            <a:r>
              <a:rPr lang="en-US" sz="750" spc="150">
                <a:solidFill>
                  <a:schemeClr val="bg2"/>
                </a:solidFill>
                <a:latin typeface="+mn-lt"/>
              </a:rPr>
              <a:t>COLORADO STATE UNIVERSITY</a:t>
            </a:r>
          </a:p>
        </p:txBody>
      </p:sp>
      <p:sp>
        <p:nvSpPr>
          <p:cNvPr id="6" name="Title 1">
            <a:extLst>
              <a:ext uri="{FF2B5EF4-FFF2-40B4-BE49-F238E27FC236}">
                <a16:creationId xmlns:a16="http://schemas.microsoft.com/office/drawing/2014/main" id="{E83BEBA8-A74E-59F1-F08A-EAD38D9080FE}"/>
              </a:ext>
            </a:extLst>
          </p:cNvPr>
          <p:cNvSpPr>
            <a:spLocks noGrp="1"/>
          </p:cNvSpPr>
          <p:nvPr>
            <p:ph type="title" hasCustomPrompt="1"/>
          </p:nvPr>
        </p:nvSpPr>
        <p:spPr>
          <a:xfrm>
            <a:off x="839105" y="2253288"/>
            <a:ext cx="7685972" cy="1815625"/>
          </a:xfrm>
        </p:spPr>
        <p:txBody>
          <a:bodyPr/>
          <a:lstStyle>
            <a:lvl1pPr>
              <a:defRPr sz="5299">
                <a:solidFill>
                  <a:schemeClr val="tx1"/>
                </a:solidFill>
              </a:defRPr>
            </a:lvl1pPr>
          </a:lstStyle>
          <a:p>
            <a:r>
              <a:rPr lang="en-US" dirty="0"/>
              <a:t>Two-line</a:t>
            </a:r>
            <a:br>
              <a:rPr lang="en-US" dirty="0"/>
            </a:br>
            <a:r>
              <a:rPr lang="en-US" dirty="0"/>
              <a:t>Presentation Title</a:t>
            </a:r>
          </a:p>
        </p:txBody>
      </p:sp>
      <p:cxnSp>
        <p:nvCxnSpPr>
          <p:cNvPr id="11" name="Straight Connector 10">
            <a:extLst>
              <a:ext uri="{FF2B5EF4-FFF2-40B4-BE49-F238E27FC236}">
                <a16:creationId xmlns:a16="http://schemas.microsoft.com/office/drawing/2014/main" id="{75A8625C-DB14-3811-4BC5-A841CB8E0564}"/>
              </a:ext>
              <a:ext uri="{C183D7F6-B498-43B3-948B-1728B52AA6E4}">
                <adec:decorative xmlns:adec="http://schemas.microsoft.com/office/drawing/2017/decorative" val="1"/>
              </a:ext>
            </a:extLst>
          </p:cNvPr>
          <p:cNvCxnSpPr/>
          <p:nvPr/>
        </p:nvCxnSpPr>
        <p:spPr>
          <a:xfrm>
            <a:off x="840229" y="4296329"/>
            <a:ext cx="803998" cy="0"/>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 name="Text Placeholder 10">
            <a:extLst>
              <a:ext uri="{FF2B5EF4-FFF2-40B4-BE49-F238E27FC236}">
                <a16:creationId xmlns:a16="http://schemas.microsoft.com/office/drawing/2014/main" id="{C45F2B96-FEAC-C8BC-F743-9E15196F8E7A}"/>
              </a:ext>
            </a:extLst>
          </p:cNvPr>
          <p:cNvSpPr>
            <a:spLocks noGrp="1"/>
          </p:cNvSpPr>
          <p:nvPr>
            <p:ph type="body" sz="quarter" idx="14" hasCustomPrompt="1"/>
          </p:nvPr>
        </p:nvSpPr>
        <p:spPr>
          <a:xfrm>
            <a:off x="840229" y="4514344"/>
            <a:ext cx="7685972" cy="452945"/>
          </a:xfrm>
        </p:spPr>
        <p:txBody>
          <a:bodyPr wrap="square">
            <a:spAutoFit/>
          </a:bodyPr>
          <a:lstStyle>
            <a:lvl1pPr marL="0" indent="0">
              <a:buNone/>
              <a:defRPr sz="1600">
                <a:solidFill>
                  <a:schemeClr val="tx1"/>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44" name="Rectangle 43">
            <a:extLst>
              <a:ext uri="{FF2B5EF4-FFF2-40B4-BE49-F238E27FC236}">
                <a16:creationId xmlns:a16="http://schemas.microsoft.com/office/drawing/2014/main" id="{36D72AE4-7D75-438A-159A-A31D41A684C6}"/>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62" name="Picture 61">
            <a:extLst>
              <a:ext uri="{FF2B5EF4-FFF2-40B4-BE49-F238E27FC236}">
                <a16:creationId xmlns:a16="http://schemas.microsoft.com/office/drawing/2014/main" id="{F03F0980-7265-5C47-BE68-98BD261ED4F7}"/>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pic>
        <p:nvPicPr>
          <p:cNvPr id="4" name="Picture 3" descr="Colorado State University symbol">
            <a:extLst>
              <a:ext uri="{FF2B5EF4-FFF2-40B4-BE49-F238E27FC236}">
                <a16:creationId xmlns:a16="http://schemas.microsoft.com/office/drawing/2014/main" id="{0B078CBE-80BB-67EF-4C03-7DEBEC2CA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6451" y="2340370"/>
            <a:ext cx="1538452" cy="1538652"/>
          </a:xfrm>
          <a:prstGeom prst="rect">
            <a:avLst/>
          </a:prstGeom>
        </p:spPr>
      </p:pic>
      <p:pic>
        <p:nvPicPr>
          <p:cNvPr id="65" name="Picture 64">
            <a:extLst>
              <a:ext uri="{FF2B5EF4-FFF2-40B4-BE49-F238E27FC236}">
                <a16:creationId xmlns:a16="http://schemas.microsoft.com/office/drawing/2014/main" id="{674329DB-9EDD-8725-56C0-72C326694088}"/>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0" y="5639616"/>
            <a:ext cx="5932505" cy="1218384"/>
          </a:xfrm>
          <a:prstGeom prst="rect">
            <a:avLst/>
          </a:prstGeom>
        </p:spPr>
      </p:pic>
      <p:pic>
        <p:nvPicPr>
          <p:cNvPr id="75" name="Picture 74" descr="A landscape with trees and mountains in the background&#10;&#10;Description automatically generated">
            <a:extLst>
              <a:ext uri="{FF2B5EF4-FFF2-40B4-BE49-F238E27FC236}">
                <a16:creationId xmlns:a16="http://schemas.microsoft.com/office/drawing/2014/main" id="{30E7D063-4617-D2BD-9DE7-7C737655E094}"/>
              </a:ext>
            </a:extLst>
          </p:cNvPr>
          <p:cNvPicPr>
            <a:picLocks noChangeAspect="1"/>
          </p:cNvPicPr>
          <p:nvPr/>
        </p:nvPicPr>
        <p:blipFill rotWithShape="1">
          <a:blip r:embed="rId6"/>
          <a:srcRect t="-1" b="156"/>
          <a:stretch/>
        </p:blipFill>
        <p:spPr>
          <a:xfrm>
            <a:off x="5932505" y="5639616"/>
            <a:ext cx="6259495" cy="1218384"/>
          </a:xfrm>
          <a:prstGeom prst="rect">
            <a:avLst/>
          </a:prstGeom>
        </p:spPr>
      </p:pic>
    </p:spTree>
    <p:extLst>
      <p:ext uri="{BB962C8B-B14F-4D97-AF65-F5344CB8AC3E}">
        <p14:creationId xmlns:p14="http://schemas.microsoft.com/office/powerpoint/2010/main" val="23080458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orizontal Title-Unit ID">
    <p:bg>
      <p:bgPr>
        <a:solidFill>
          <a:schemeClr val="tx2"/>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84C5DCFD-8E50-0E34-6511-17C6AF3AF62D}"/>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39" name="Rectangle 38">
              <a:extLst>
                <a:ext uri="{FF2B5EF4-FFF2-40B4-BE49-F238E27FC236}">
                  <a16:creationId xmlns:a16="http://schemas.microsoft.com/office/drawing/2014/main" id="{2C93CB56-B18F-AC2B-07FA-E327477319F1}"/>
                </a:ext>
              </a:extLst>
            </p:cNvPr>
            <p:cNvSpPr/>
            <p:nvPr userDrawn="1"/>
          </p:nvSpPr>
          <p:spPr>
            <a:xfrm rot="16200000">
              <a:off x="-31221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0" name="Rectangle 39">
              <a:extLst>
                <a:ext uri="{FF2B5EF4-FFF2-40B4-BE49-F238E27FC236}">
                  <a16:creationId xmlns:a16="http://schemas.microsoft.com/office/drawing/2014/main" id="{A7EA4EAD-14FD-0B28-80CE-E58319CD5295}"/>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1" name="Rectangle 40">
              <a:extLst>
                <a:ext uri="{FF2B5EF4-FFF2-40B4-BE49-F238E27FC236}">
                  <a16:creationId xmlns:a16="http://schemas.microsoft.com/office/drawing/2014/main" id="{45D85398-5510-C23C-4599-548EAB3C0372}"/>
                </a:ext>
              </a:extLst>
            </p:cNvPr>
            <p:cNvSpPr/>
            <p:nvPr userDrawn="1"/>
          </p:nvSpPr>
          <p:spPr>
            <a:xfrm rot="16200000">
              <a:off x="82397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2" name="Rectangle 41">
              <a:extLst>
                <a:ext uri="{FF2B5EF4-FFF2-40B4-BE49-F238E27FC236}">
                  <a16:creationId xmlns:a16="http://schemas.microsoft.com/office/drawing/2014/main" id="{2A023E23-4CF0-2687-7015-75045B5BC79E}"/>
                </a:ext>
              </a:extLst>
            </p:cNvPr>
            <p:cNvSpPr/>
            <p:nvPr userDrawn="1"/>
          </p:nvSpPr>
          <p:spPr>
            <a:xfrm rot="16200000">
              <a:off x="1392062"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3" name="Rectangle 42">
              <a:extLst>
                <a:ext uri="{FF2B5EF4-FFF2-40B4-BE49-F238E27FC236}">
                  <a16:creationId xmlns:a16="http://schemas.microsoft.com/office/drawing/2014/main" id="{BACFA773-B3D3-CA22-E73B-2E187CE9110A}"/>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4" name="Rectangle 43">
              <a:extLst>
                <a:ext uri="{FF2B5EF4-FFF2-40B4-BE49-F238E27FC236}">
                  <a16:creationId xmlns:a16="http://schemas.microsoft.com/office/drawing/2014/main" id="{76563EC6-526A-898E-1767-530D884EAC64}"/>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5" name="Rectangle 44">
              <a:extLst>
                <a:ext uri="{FF2B5EF4-FFF2-40B4-BE49-F238E27FC236}">
                  <a16:creationId xmlns:a16="http://schemas.microsoft.com/office/drawing/2014/main" id="{2C1FAB3A-AEC6-1661-22DC-1A08925AC506}"/>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6" name="Rectangle 45">
              <a:extLst>
                <a:ext uri="{FF2B5EF4-FFF2-40B4-BE49-F238E27FC236}">
                  <a16:creationId xmlns:a16="http://schemas.microsoft.com/office/drawing/2014/main" id="{9DCA74DA-15F1-3C92-AC34-90D525C3E823}"/>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F6D78D92-995C-D6A8-FF27-DF556469F0B9}"/>
                </a:ext>
              </a:extLst>
            </p:cNvPr>
            <p:cNvSpPr/>
            <p:nvPr userDrawn="1"/>
          </p:nvSpPr>
          <p:spPr>
            <a:xfrm rot="16200000">
              <a:off x="4232517"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7ED26EE1-6D1D-C765-2643-A5B8D2CF1065}"/>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D56B6B76-27D4-A7B5-C6F2-231D80228249}"/>
                </a:ext>
              </a:extLst>
            </p:cNvPr>
            <p:cNvSpPr/>
            <p:nvPr userDrawn="1"/>
          </p:nvSpPr>
          <p:spPr>
            <a:xfrm rot="16200000">
              <a:off x="5368699"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913B34D3-83D6-C0FE-B940-F2777F520BE3}"/>
                </a:ext>
              </a:extLst>
            </p:cNvPr>
            <p:cNvSpPr/>
            <p:nvPr userDrawn="1"/>
          </p:nvSpPr>
          <p:spPr>
            <a:xfrm rot="16200000">
              <a:off x="5936790"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719A497C-BE2A-8D40-9B83-F6EB98B5FDF9}"/>
                </a:ext>
              </a:extLst>
            </p:cNvPr>
            <p:cNvSpPr/>
            <p:nvPr userDrawn="1"/>
          </p:nvSpPr>
          <p:spPr>
            <a:xfrm rot="16200000">
              <a:off x="650487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8" name="Picture 7">
            <a:extLst>
              <a:ext uri="{FF2B5EF4-FFF2-40B4-BE49-F238E27FC236}">
                <a16:creationId xmlns:a16="http://schemas.microsoft.com/office/drawing/2014/main" id="{A1A19627-FAD9-25D7-76F5-FEC1CE8C3F3F}"/>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32" name="Rectangle 31">
            <a:extLst>
              <a:ext uri="{FF2B5EF4-FFF2-40B4-BE49-F238E27FC236}">
                <a16:creationId xmlns:a16="http://schemas.microsoft.com/office/drawing/2014/main" id="{AB4C97F1-160B-3523-A33A-03C80EC7CBD5}"/>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4" name="TextBox 33">
            <a:extLst>
              <a:ext uri="{FF2B5EF4-FFF2-40B4-BE49-F238E27FC236}">
                <a16:creationId xmlns:a16="http://schemas.microsoft.com/office/drawing/2014/main" id="{9E4E0F09-E3D8-9C0B-BA51-4A3E24948C73}"/>
              </a:ext>
            </a:extLst>
          </p:cNvPr>
          <p:cNvSpPr txBox="1"/>
          <p:nvPr/>
        </p:nvSpPr>
        <p:spPr>
          <a:xfrm rot="16200000">
            <a:off x="-848160" y="1420420"/>
            <a:ext cx="2035537" cy="323165"/>
          </a:xfrm>
          <a:prstGeom prst="rect">
            <a:avLst/>
          </a:prstGeom>
          <a:noFill/>
        </p:spPr>
        <p:txBody>
          <a:bodyPr wrap="square" rtlCol="0">
            <a:spAutoFit/>
          </a:bodyPr>
          <a:lstStyle/>
          <a:p>
            <a:r>
              <a:rPr lang="en-US" sz="750" spc="150">
                <a:solidFill>
                  <a:schemeClr val="tx2"/>
                </a:solidFill>
                <a:latin typeface="+mn-lt"/>
              </a:rPr>
              <a:t>COLORADO STATE UNIVERSITY</a:t>
            </a:r>
          </a:p>
        </p:txBody>
      </p:sp>
      <p:sp>
        <p:nvSpPr>
          <p:cNvPr id="3" name="Title 1">
            <a:extLst>
              <a:ext uri="{FF2B5EF4-FFF2-40B4-BE49-F238E27FC236}">
                <a16:creationId xmlns:a16="http://schemas.microsoft.com/office/drawing/2014/main" id="{9BDF5909-0874-C1E4-DB2A-4D9CE2C3BDB1}"/>
              </a:ext>
            </a:extLst>
          </p:cNvPr>
          <p:cNvSpPr>
            <a:spLocks noGrp="1"/>
          </p:cNvSpPr>
          <p:nvPr>
            <p:ph type="title" hasCustomPrompt="1"/>
          </p:nvPr>
        </p:nvSpPr>
        <p:spPr>
          <a:xfrm>
            <a:off x="839105" y="2253288"/>
            <a:ext cx="7685972" cy="1815625"/>
          </a:xfrm>
        </p:spPr>
        <p:txBody>
          <a:bodyPr/>
          <a:lstStyle>
            <a:lvl1pPr>
              <a:defRPr sz="5299">
                <a:solidFill>
                  <a:schemeClr val="bg1"/>
                </a:solidFill>
              </a:defRPr>
            </a:lvl1pPr>
          </a:lstStyle>
          <a:p>
            <a:r>
              <a:rPr lang="en-US" dirty="0"/>
              <a:t>Two-line</a:t>
            </a:r>
            <a:br>
              <a:rPr lang="en-US" dirty="0"/>
            </a:br>
            <a:r>
              <a:rPr lang="en-US" dirty="0"/>
              <a:t>Presentation Title</a:t>
            </a:r>
          </a:p>
        </p:txBody>
      </p:sp>
      <p:cxnSp>
        <p:nvCxnSpPr>
          <p:cNvPr id="11" name="Straight Connector 10">
            <a:extLst>
              <a:ext uri="{FF2B5EF4-FFF2-40B4-BE49-F238E27FC236}">
                <a16:creationId xmlns:a16="http://schemas.microsoft.com/office/drawing/2014/main" id="{73C35C91-82C3-FE75-6673-DD1E2B7CD727}"/>
              </a:ext>
              <a:ext uri="{C183D7F6-B498-43B3-948B-1728B52AA6E4}">
                <adec:decorative xmlns:adec="http://schemas.microsoft.com/office/drawing/2017/decorative" val="1"/>
              </a:ext>
            </a:extLst>
          </p:cNvPr>
          <p:cNvCxnSpPr/>
          <p:nvPr/>
        </p:nvCxnSpPr>
        <p:spPr>
          <a:xfrm>
            <a:off x="840229" y="4296329"/>
            <a:ext cx="803998" cy="0"/>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2" name="Text Placeholder 10">
            <a:extLst>
              <a:ext uri="{FF2B5EF4-FFF2-40B4-BE49-F238E27FC236}">
                <a16:creationId xmlns:a16="http://schemas.microsoft.com/office/drawing/2014/main" id="{F16160F8-ED25-9CFB-51DC-E266BD91B929}"/>
              </a:ext>
            </a:extLst>
          </p:cNvPr>
          <p:cNvSpPr>
            <a:spLocks noGrp="1"/>
          </p:cNvSpPr>
          <p:nvPr>
            <p:ph type="body" sz="quarter" idx="14" hasCustomPrompt="1"/>
          </p:nvPr>
        </p:nvSpPr>
        <p:spPr>
          <a:xfrm>
            <a:off x="840229" y="4514344"/>
            <a:ext cx="7685972" cy="452945"/>
          </a:xfrm>
        </p:spPr>
        <p:txBody>
          <a:bodyPr wrap="square">
            <a:spAutoFit/>
          </a:bodyPr>
          <a:lstStyle>
            <a:lvl1pPr marL="0" indent="0">
              <a:buNone/>
              <a:defRPr sz="1600">
                <a:solidFill>
                  <a:schemeClr val="bg1"/>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17" name="Rectangle 16">
            <a:extLst>
              <a:ext uri="{FF2B5EF4-FFF2-40B4-BE49-F238E27FC236}">
                <a16:creationId xmlns:a16="http://schemas.microsoft.com/office/drawing/2014/main" id="{FD0B0AE0-E249-ED95-8E45-9A6ECFA106CC}"/>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35" name="Picture 34">
            <a:extLst>
              <a:ext uri="{FF2B5EF4-FFF2-40B4-BE49-F238E27FC236}">
                <a16:creationId xmlns:a16="http://schemas.microsoft.com/office/drawing/2014/main" id="{D9353248-0DFE-5786-3EB4-38ECB7019074}"/>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sp>
        <p:nvSpPr>
          <p:cNvPr id="4" name="Content Placeholder 4">
            <a:extLst>
              <a:ext uri="{FF2B5EF4-FFF2-40B4-BE49-F238E27FC236}">
                <a16:creationId xmlns:a16="http://schemas.microsoft.com/office/drawing/2014/main" id="{71E2CC27-8417-974D-CB14-AE532B85A9ED}"/>
              </a:ext>
            </a:extLst>
          </p:cNvPr>
          <p:cNvSpPr>
            <a:spLocks noGrp="1"/>
          </p:cNvSpPr>
          <p:nvPr>
            <p:ph sz="quarter" idx="18" hasCustomPrompt="1"/>
          </p:nvPr>
        </p:nvSpPr>
        <p:spPr>
          <a:xfrm>
            <a:off x="9591148" y="2294649"/>
            <a:ext cx="2450186" cy="748410"/>
          </a:xfrm>
        </p:spPr>
        <p:txBody>
          <a:bodyPr/>
          <a:lstStyle>
            <a:lvl1pPr marL="0" indent="0" algn="ctr">
              <a:buNone/>
              <a:defRPr>
                <a:solidFill>
                  <a:schemeClr val="bg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Crev-357</a:t>
            </a:r>
            <a:br>
              <a:rPr lang="en-US" dirty="0"/>
            </a:br>
            <a:r>
              <a:rPr lang="en-US" dirty="0"/>
              <a:t>Unit Identifier (.</a:t>
            </a:r>
            <a:r>
              <a:rPr lang="en-US" dirty="0" err="1"/>
              <a:t>png</a:t>
            </a:r>
            <a:r>
              <a:rPr lang="en-US" dirty="0"/>
              <a:t>)</a:t>
            </a:r>
          </a:p>
        </p:txBody>
      </p:sp>
      <p:pic>
        <p:nvPicPr>
          <p:cNvPr id="36" name="Picture 35">
            <a:extLst>
              <a:ext uri="{FF2B5EF4-FFF2-40B4-BE49-F238E27FC236}">
                <a16:creationId xmlns:a16="http://schemas.microsoft.com/office/drawing/2014/main" id="{4491971E-EC47-BAB2-F1BB-CF91536EC1B8}"/>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5639616"/>
            <a:ext cx="5932505" cy="1218384"/>
          </a:xfrm>
          <a:prstGeom prst="rect">
            <a:avLst/>
          </a:prstGeom>
        </p:spPr>
      </p:pic>
      <p:sp>
        <p:nvSpPr>
          <p:cNvPr id="52" name="Picture Placeholder 9">
            <a:extLst>
              <a:ext uri="{FF2B5EF4-FFF2-40B4-BE49-F238E27FC236}">
                <a16:creationId xmlns:a16="http://schemas.microsoft.com/office/drawing/2014/main" id="{BFE76D5A-50D9-62AB-C9BD-7DCEA851529D}"/>
              </a:ext>
            </a:extLst>
          </p:cNvPr>
          <p:cNvSpPr>
            <a:spLocks noGrp="1"/>
          </p:cNvSpPr>
          <p:nvPr>
            <p:ph type="pic" sz="quarter" idx="17" hasCustomPrompt="1"/>
          </p:nvPr>
        </p:nvSpPr>
        <p:spPr>
          <a:xfrm>
            <a:off x="5932505" y="5639616"/>
            <a:ext cx="6242306" cy="1218384"/>
          </a:xfrm>
        </p:spPr>
        <p:txBody>
          <a:bodyPr anchor="ctr" anchorCtr="0">
            <a:noAutofit/>
          </a:bodyPr>
          <a:lstStyle>
            <a:lvl1pPr marL="0" indent="0" algn="ctr">
              <a:buNone/>
              <a:defRPr>
                <a:solidFill>
                  <a:schemeClr val="bg1"/>
                </a:solidFill>
              </a:defRPr>
            </a:lvl1pPr>
          </a:lstStyle>
          <a:p>
            <a:r>
              <a:rPr lang="en-US"/>
              <a:t>Click to insert photo</a:t>
            </a:r>
          </a:p>
        </p:txBody>
      </p:sp>
    </p:spTree>
    <p:extLst>
      <p:ext uri="{BB962C8B-B14F-4D97-AF65-F5344CB8AC3E}">
        <p14:creationId xmlns:p14="http://schemas.microsoft.com/office/powerpoint/2010/main" val="125249738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orizontal Title White-Photo">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CB827D8-037B-67B6-E470-24C4EA3B0F12}"/>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794" y="0"/>
            <a:ext cx="8500327" cy="532065"/>
          </a:xfrm>
          <a:prstGeom prst="rect">
            <a:avLst/>
          </a:prstGeom>
        </p:spPr>
      </p:pic>
      <p:grpSp>
        <p:nvGrpSpPr>
          <p:cNvPr id="6" name="Group 5">
            <a:extLst>
              <a:ext uri="{FF2B5EF4-FFF2-40B4-BE49-F238E27FC236}">
                <a16:creationId xmlns:a16="http://schemas.microsoft.com/office/drawing/2014/main" id="{8AF64147-AC62-13B4-0327-ABF4A8273EE0}"/>
              </a:ext>
              <a:ext uri="{C183D7F6-B498-43B3-948B-1728B52AA6E4}">
                <adec:decorative xmlns:adec="http://schemas.microsoft.com/office/drawing/2017/decorative" val="1"/>
              </a:ext>
            </a:extLst>
          </p:cNvPr>
          <p:cNvGrpSpPr/>
          <p:nvPr/>
        </p:nvGrpSpPr>
        <p:grpSpPr>
          <a:xfrm>
            <a:off x="8500327" y="724"/>
            <a:ext cx="3691673" cy="533399"/>
            <a:chOff x="0" y="568749"/>
            <a:chExt cx="7384308" cy="1191643"/>
          </a:xfrm>
        </p:grpSpPr>
        <p:sp>
          <p:nvSpPr>
            <p:cNvPr id="8" name="Rectangle 7">
              <a:extLst>
                <a:ext uri="{FF2B5EF4-FFF2-40B4-BE49-F238E27FC236}">
                  <a16:creationId xmlns:a16="http://schemas.microsoft.com/office/drawing/2014/main" id="{FF222DFC-24FC-8831-EF62-253FF27F1347}"/>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9F17DE11-07BC-E1D1-9E6D-47221CB943F3}"/>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399E064D-7495-CFAD-FD44-7D07D08BF42E}"/>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D8A259D5-4BA2-344D-7CD6-9521FD382645}"/>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9070F941-C1E3-04C7-8791-F51F1F90D283}"/>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6278D181-2ECC-0927-B878-85A844EE03B7}"/>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B08B6AE7-2EB4-86A8-DF06-D0F86314C207}"/>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FBFC8CFD-9560-704F-A9BC-94BA43B7F844}"/>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1DDDC4ED-BEAA-08FD-0418-E374D22E2ACB}"/>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E30D08A2-8B12-444C-27FD-E56E3B7C161B}"/>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F875C9BE-6C24-522D-63D0-F993E7EEB8F3}"/>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8F05D334-B427-8BD0-067F-53FA1B2116D6}"/>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07AF7D61-EB72-1FDE-47D9-AD867167FE46}"/>
                </a:ext>
              </a:extLst>
            </p:cNvPr>
            <p:cNvSpPr/>
            <p:nvPr userDrawn="1"/>
          </p:nvSpPr>
          <p:spPr>
            <a:xfrm rot="16200000">
              <a:off x="6504876"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sp>
        <p:nvSpPr>
          <p:cNvPr id="3" name="Title 1">
            <a:extLst>
              <a:ext uri="{FF2B5EF4-FFF2-40B4-BE49-F238E27FC236}">
                <a16:creationId xmlns:a16="http://schemas.microsoft.com/office/drawing/2014/main" id="{CFB3FD2F-2E9C-0F4D-5EAD-8C692AE00A61}"/>
              </a:ext>
            </a:extLst>
          </p:cNvPr>
          <p:cNvSpPr>
            <a:spLocks noGrp="1"/>
          </p:cNvSpPr>
          <p:nvPr>
            <p:ph type="title" hasCustomPrompt="1"/>
          </p:nvPr>
        </p:nvSpPr>
        <p:spPr>
          <a:xfrm>
            <a:off x="564760" y="1895374"/>
            <a:ext cx="7354858" cy="1815625"/>
          </a:xfrm>
        </p:spPr>
        <p:txBody>
          <a:bodyPr/>
          <a:lstStyle>
            <a:lvl1pPr>
              <a:defRPr sz="5299">
                <a:solidFill>
                  <a:schemeClr val="tx2"/>
                </a:solidFill>
              </a:defRPr>
            </a:lvl1pPr>
          </a:lstStyle>
          <a:p>
            <a:r>
              <a:rPr lang="en-US" dirty="0"/>
              <a:t>Two-line</a:t>
            </a:r>
            <a:br>
              <a:rPr lang="en-US" dirty="0"/>
            </a:br>
            <a:r>
              <a:rPr lang="en-US" dirty="0"/>
              <a:t>Presentation Title</a:t>
            </a:r>
          </a:p>
        </p:txBody>
      </p:sp>
      <p:cxnSp>
        <p:nvCxnSpPr>
          <p:cNvPr id="27" name="Straight Connector 26">
            <a:extLst>
              <a:ext uri="{FF2B5EF4-FFF2-40B4-BE49-F238E27FC236}">
                <a16:creationId xmlns:a16="http://schemas.microsoft.com/office/drawing/2014/main" id="{5C03ED0F-7778-A2B3-838F-5536A9E4E9E2}"/>
              </a:ext>
              <a:ext uri="{C183D7F6-B498-43B3-948B-1728B52AA6E4}">
                <adec:decorative xmlns:adec="http://schemas.microsoft.com/office/drawing/2017/decorative" val="1"/>
              </a:ext>
            </a:extLst>
          </p:cNvPr>
          <p:cNvCxnSpPr/>
          <p:nvPr/>
        </p:nvCxnSpPr>
        <p:spPr>
          <a:xfrm>
            <a:off x="564760" y="3929014"/>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6" name="Text Placeholder 10">
            <a:extLst>
              <a:ext uri="{FF2B5EF4-FFF2-40B4-BE49-F238E27FC236}">
                <a16:creationId xmlns:a16="http://schemas.microsoft.com/office/drawing/2014/main" id="{A7AB9F9D-15F1-2422-D84E-6D469DDF9BF3}"/>
              </a:ext>
            </a:extLst>
          </p:cNvPr>
          <p:cNvSpPr>
            <a:spLocks noGrp="1"/>
          </p:cNvSpPr>
          <p:nvPr>
            <p:ph type="body" sz="quarter" idx="12" hasCustomPrompt="1"/>
          </p:nvPr>
        </p:nvSpPr>
        <p:spPr>
          <a:xfrm>
            <a:off x="564760" y="4147031"/>
            <a:ext cx="7354858" cy="452945"/>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pic>
        <p:nvPicPr>
          <p:cNvPr id="37" name="Picture 36" descr="Colorado State University logo">
            <a:extLst>
              <a:ext uri="{FF2B5EF4-FFF2-40B4-BE49-F238E27FC236}">
                <a16:creationId xmlns:a16="http://schemas.microsoft.com/office/drawing/2014/main" id="{1FEEA0BE-133C-1EE9-31D3-7B0CF095780E}"/>
              </a:ext>
            </a:extLst>
          </p:cNvPr>
          <p:cNvPicPr>
            <a:picLocks noChangeAspect="1"/>
          </p:cNvPicPr>
          <p:nvPr/>
        </p:nvPicPr>
        <p:blipFill>
          <a:blip r:embed="rId3"/>
          <a:stretch>
            <a:fillRect/>
          </a:stretch>
        </p:blipFill>
        <p:spPr>
          <a:xfrm>
            <a:off x="425169" y="5854263"/>
            <a:ext cx="3924809" cy="785064"/>
          </a:xfrm>
          <a:prstGeom prst="rect">
            <a:avLst/>
          </a:prstGeom>
        </p:spPr>
      </p:pic>
      <p:sp>
        <p:nvSpPr>
          <p:cNvPr id="22" name="Rectangle 21">
            <a:extLst>
              <a:ext uri="{FF2B5EF4-FFF2-40B4-BE49-F238E27FC236}">
                <a16:creationId xmlns:a16="http://schemas.microsoft.com/office/drawing/2014/main" id="{B6AF8EAE-6735-D2DA-7BBA-16DB495ACFFD}"/>
              </a:ext>
              <a:ext uri="{C183D7F6-B498-43B3-948B-1728B52AA6E4}">
                <adec:decorative xmlns:adec="http://schemas.microsoft.com/office/drawing/2017/decorative" val="1"/>
              </a:ext>
            </a:extLst>
          </p:cNvPr>
          <p:cNvSpPr/>
          <p:nvPr/>
        </p:nvSpPr>
        <p:spPr>
          <a:xfrm>
            <a:off x="8500327" y="532065"/>
            <a:ext cx="141787" cy="6325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39" name="Picture 38" descr="A skateboarder riding past a building">
            <a:extLst>
              <a:ext uri="{FF2B5EF4-FFF2-40B4-BE49-F238E27FC236}">
                <a16:creationId xmlns:a16="http://schemas.microsoft.com/office/drawing/2014/main" id="{FCE4C5C5-8A60-3965-F390-A74EE17C8D3C}"/>
              </a:ext>
            </a:extLst>
          </p:cNvPr>
          <p:cNvPicPr>
            <a:picLocks noChangeAspect="1"/>
          </p:cNvPicPr>
          <p:nvPr/>
        </p:nvPicPr>
        <p:blipFill rotWithShape="1">
          <a:blip r:embed="rId4"/>
          <a:srcRect l="-1" r="5435" b="53244"/>
          <a:stretch/>
        </p:blipFill>
        <p:spPr>
          <a:xfrm>
            <a:off x="8642115" y="532065"/>
            <a:ext cx="3549885" cy="2470764"/>
          </a:xfrm>
          <a:prstGeom prst="rect">
            <a:avLst/>
          </a:prstGeom>
        </p:spPr>
      </p:pic>
      <p:pic>
        <p:nvPicPr>
          <p:cNvPr id="40" name="Picture 39" descr="A student looking into a microscope">
            <a:extLst>
              <a:ext uri="{FF2B5EF4-FFF2-40B4-BE49-F238E27FC236}">
                <a16:creationId xmlns:a16="http://schemas.microsoft.com/office/drawing/2014/main" id="{5C878159-DDC8-18FF-BA77-FF7660F78114}"/>
              </a:ext>
            </a:extLst>
          </p:cNvPr>
          <p:cNvPicPr>
            <a:picLocks noChangeAspect="1"/>
          </p:cNvPicPr>
          <p:nvPr/>
        </p:nvPicPr>
        <p:blipFill rotWithShape="1">
          <a:blip r:embed="rId4"/>
          <a:srcRect l="-1" t="47094" r="5435" b="1"/>
          <a:stretch/>
        </p:blipFill>
        <p:spPr>
          <a:xfrm>
            <a:off x="8642114" y="3002829"/>
            <a:ext cx="3549885" cy="2795678"/>
          </a:xfrm>
          <a:prstGeom prst="rect">
            <a:avLst/>
          </a:prstGeom>
        </p:spPr>
      </p:pic>
      <p:pic>
        <p:nvPicPr>
          <p:cNvPr id="24" name="Picture 23">
            <a:extLst>
              <a:ext uri="{FF2B5EF4-FFF2-40B4-BE49-F238E27FC236}">
                <a16:creationId xmlns:a16="http://schemas.microsoft.com/office/drawing/2014/main" id="{132C5EAF-24B7-F4E1-3111-7FF7626353A3}"/>
              </a:ext>
              <a:ext uri="{C183D7F6-B498-43B3-948B-1728B52AA6E4}">
                <adec:decorative xmlns:adec="http://schemas.microsoft.com/office/drawing/2017/decorative" val="1"/>
              </a:ext>
            </a:extLst>
          </p:cNvPr>
          <p:cNvPicPr>
            <a:picLocks noChangeAspect="1"/>
          </p:cNvPicPr>
          <p:nvPr/>
        </p:nvPicPr>
        <p:blipFill rotWithShape="1">
          <a:blip r:embed="rId5"/>
          <a:srcRect l="3601" b="1351"/>
          <a:stretch/>
        </p:blipFill>
        <p:spPr>
          <a:xfrm>
            <a:off x="8642114" y="5779836"/>
            <a:ext cx="3549886" cy="1077441"/>
          </a:xfrm>
          <a:prstGeom prst="rect">
            <a:avLst/>
          </a:prstGeom>
        </p:spPr>
      </p:pic>
    </p:spTree>
    <p:extLst>
      <p:ext uri="{BB962C8B-B14F-4D97-AF65-F5344CB8AC3E}">
        <p14:creationId xmlns:p14="http://schemas.microsoft.com/office/powerpoint/2010/main" val="215278349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guide id="2" pos="768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orizontal Title White-Unit I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0EDBC3-9A91-D690-1AC9-E475123AAAFF}"/>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794" y="0"/>
            <a:ext cx="8500327" cy="532065"/>
          </a:xfrm>
          <a:prstGeom prst="rect">
            <a:avLst/>
          </a:prstGeom>
        </p:spPr>
      </p:pic>
      <p:grpSp>
        <p:nvGrpSpPr>
          <p:cNvPr id="6" name="Group 5">
            <a:extLst>
              <a:ext uri="{FF2B5EF4-FFF2-40B4-BE49-F238E27FC236}">
                <a16:creationId xmlns:a16="http://schemas.microsoft.com/office/drawing/2014/main" id="{04799493-908E-625D-0010-E7C2953A2E14}"/>
              </a:ext>
              <a:ext uri="{C183D7F6-B498-43B3-948B-1728B52AA6E4}">
                <adec:decorative xmlns:adec="http://schemas.microsoft.com/office/drawing/2017/decorative" val="1"/>
              </a:ext>
            </a:extLst>
          </p:cNvPr>
          <p:cNvGrpSpPr/>
          <p:nvPr/>
        </p:nvGrpSpPr>
        <p:grpSpPr>
          <a:xfrm>
            <a:off x="8500327" y="724"/>
            <a:ext cx="3691673" cy="533399"/>
            <a:chOff x="0" y="568749"/>
            <a:chExt cx="7384308" cy="1191643"/>
          </a:xfrm>
        </p:grpSpPr>
        <p:sp>
          <p:nvSpPr>
            <p:cNvPr id="7" name="Rectangle 6">
              <a:extLst>
                <a:ext uri="{FF2B5EF4-FFF2-40B4-BE49-F238E27FC236}">
                  <a16:creationId xmlns:a16="http://schemas.microsoft.com/office/drawing/2014/main" id="{01ED895F-FA67-353C-C6DB-3621043D39C9}"/>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BF3B9374-91DD-832D-4778-A51EEE7C2FD9}"/>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2061AB87-E732-B49C-A2E4-8F3D003EF158}"/>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34FC5D5F-177F-CEB6-E40D-F5875B28F922}"/>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087CC673-5799-2701-95E7-8DAE0F727F1E}"/>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2CB401D3-4A3F-1369-3599-F688F0AF67D5}"/>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24FF837C-A5EC-B9F2-9F4B-B5F0DDD07717}"/>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131907AB-F08E-D4AF-6D89-D0A32CE06264}"/>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CA548600-A2F8-1888-1F29-F759B937358F}"/>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4F4322D2-9A08-FDA4-8121-80B6137946C6}"/>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62C7A6F4-5ACD-5CDA-216C-171E7D80613B}"/>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2" name="Rectangle 21">
              <a:extLst>
                <a:ext uri="{FF2B5EF4-FFF2-40B4-BE49-F238E27FC236}">
                  <a16:creationId xmlns:a16="http://schemas.microsoft.com/office/drawing/2014/main" id="{E21C85F9-C5E3-96E2-E9B8-A14CBD3EAF25}"/>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6C65BDAB-6ED3-737E-ED91-7ECACB8B0101}"/>
                </a:ext>
              </a:extLst>
            </p:cNvPr>
            <p:cNvSpPr/>
            <p:nvPr userDrawn="1"/>
          </p:nvSpPr>
          <p:spPr>
            <a:xfrm rot="16200000">
              <a:off x="6504876"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sp>
        <p:nvSpPr>
          <p:cNvPr id="2" name="Title 1">
            <a:extLst>
              <a:ext uri="{FF2B5EF4-FFF2-40B4-BE49-F238E27FC236}">
                <a16:creationId xmlns:a16="http://schemas.microsoft.com/office/drawing/2014/main" id="{B82399E7-5542-1F5E-6E83-B801B2261E33}"/>
              </a:ext>
            </a:extLst>
          </p:cNvPr>
          <p:cNvSpPr>
            <a:spLocks noGrp="1"/>
          </p:cNvSpPr>
          <p:nvPr>
            <p:ph type="title" hasCustomPrompt="1"/>
          </p:nvPr>
        </p:nvSpPr>
        <p:spPr>
          <a:xfrm>
            <a:off x="564760" y="1895374"/>
            <a:ext cx="7354858" cy="1815625"/>
          </a:xfrm>
        </p:spPr>
        <p:txBody>
          <a:bodyPr/>
          <a:lstStyle>
            <a:lvl1pPr>
              <a:defRPr sz="5299">
                <a:solidFill>
                  <a:schemeClr val="tx2"/>
                </a:solidFill>
              </a:defRPr>
            </a:lvl1pPr>
          </a:lstStyle>
          <a:p>
            <a:r>
              <a:rPr lang="en-US" dirty="0"/>
              <a:t>Two-line</a:t>
            </a:r>
            <a:br>
              <a:rPr lang="en-US" dirty="0"/>
            </a:br>
            <a:r>
              <a:rPr lang="en-US" dirty="0"/>
              <a:t>Presentation Title</a:t>
            </a:r>
          </a:p>
        </p:txBody>
      </p:sp>
      <p:cxnSp>
        <p:nvCxnSpPr>
          <p:cNvPr id="28" name="Straight Connector 27">
            <a:extLst>
              <a:ext uri="{FF2B5EF4-FFF2-40B4-BE49-F238E27FC236}">
                <a16:creationId xmlns:a16="http://schemas.microsoft.com/office/drawing/2014/main" id="{539D5FFB-169B-62D7-DAF0-9A5168D9A9C2}"/>
              </a:ext>
              <a:ext uri="{C183D7F6-B498-43B3-948B-1728B52AA6E4}">
                <adec:decorative xmlns:adec="http://schemas.microsoft.com/office/drawing/2017/decorative" val="1"/>
              </a:ext>
            </a:extLst>
          </p:cNvPr>
          <p:cNvCxnSpPr/>
          <p:nvPr/>
        </p:nvCxnSpPr>
        <p:spPr>
          <a:xfrm>
            <a:off x="564760" y="3929014"/>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7" name="Text Placeholder 10">
            <a:extLst>
              <a:ext uri="{FF2B5EF4-FFF2-40B4-BE49-F238E27FC236}">
                <a16:creationId xmlns:a16="http://schemas.microsoft.com/office/drawing/2014/main" id="{7A48D22B-DEEC-143E-1D31-4E59BE7CD446}"/>
              </a:ext>
            </a:extLst>
          </p:cNvPr>
          <p:cNvSpPr>
            <a:spLocks noGrp="1"/>
          </p:cNvSpPr>
          <p:nvPr>
            <p:ph type="body" sz="quarter" idx="12" hasCustomPrompt="1"/>
          </p:nvPr>
        </p:nvSpPr>
        <p:spPr>
          <a:xfrm>
            <a:off x="564760" y="4147031"/>
            <a:ext cx="7354858" cy="452945"/>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err="1"/>
              <a:t>Subheadline</a:t>
            </a:r>
            <a:r>
              <a:rPr lang="en-US" dirty="0"/>
              <a:t>, name, or date</a:t>
            </a:r>
          </a:p>
        </p:txBody>
      </p:sp>
      <p:sp>
        <p:nvSpPr>
          <p:cNvPr id="5" name="Content Placeholder 4">
            <a:extLst>
              <a:ext uri="{FF2B5EF4-FFF2-40B4-BE49-F238E27FC236}">
                <a16:creationId xmlns:a16="http://schemas.microsoft.com/office/drawing/2014/main" id="{815024EB-1A71-B0F2-4E39-21F6EAE59C50}"/>
              </a:ext>
            </a:extLst>
          </p:cNvPr>
          <p:cNvSpPr>
            <a:spLocks noGrp="1"/>
          </p:cNvSpPr>
          <p:nvPr>
            <p:ph sz="quarter" idx="19" hasCustomPrompt="1"/>
          </p:nvPr>
        </p:nvSpPr>
        <p:spPr>
          <a:xfrm>
            <a:off x="572910" y="5779364"/>
            <a:ext cx="3917225" cy="748410"/>
          </a:xfrm>
        </p:spPr>
        <p:txBody>
          <a:bodyPr/>
          <a:lstStyle>
            <a:lvl1pPr marL="0" indent="0" algn="l">
              <a:buNone/>
              <a:defRPr>
                <a:solidFill>
                  <a:schemeClr val="tx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H357</a:t>
            </a:r>
            <a:br>
              <a:rPr lang="en-US" dirty="0"/>
            </a:br>
            <a:r>
              <a:rPr lang="en-US" dirty="0"/>
              <a:t>Unit Identifier (.</a:t>
            </a:r>
            <a:r>
              <a:rPr lang="en-US" dirty="0" err="1"/>
              <a:t>png</a:t>
            </a:r>
            <a:r>
              <a:rPr lang="en-US" dirty="0"/>
              <a:t>)</a:t>
            </a:r>
          </a:p>
        </p:txBody>
      </p:sp>
      <p:sp>
        <p:nvSpPr>
          <p:cNvPr id="24" name="Rectangle 23">
            <a:extLst>
              <a:ext uri="{FF2B5EF4-FFF2-40B4-BE49-F238E27FC236}">
                <a16:creationId xmlns:a16="http://schemas.microsoft.com/office/drawing/2014/main" id="{FCB5F49C-E824-C4BB-C807-C87C9BDCCBCF}"/>
              </a:ext>
              <a:ext uri="{C183D7F6-B498-43B3-948B-1728B52AA6E4}">
                <adec:decorative xmlns:adec="http://schemas.microsoft.com/office/drawing/2017/decorative" val="1"/>
              </a:ext>
            </a:extLst>
          </p:cNvPr>
          <p:cNvSpPr/>
          <p:nvPr/>
        </p:nvSpPr>
        <p:spPr>
          <a:xfrm>
            <a:off x="8497173" y="532789"/>
            <a:ext cx="141787" cy="6325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2" name="Picture Placeholder 9">
            <a:extLst>
              <a:ext uri="{FF2B5EF4-FFF2-40B4-BE49-F238E27FC236}">
                <a16:creationId xmlns:a16="http://schemas.microsoft.com/office/drawing/2014/main" id="{F83D9A80-0E80-281A-E99F-F92471A17673}"/>
              </a:ext>
            </a:extLst>
          </p:cNvPr>
          <p:cNvSpPr>
            <a:spLocks noGrp="1"/>
          </p:cNvSpPr>
          <p:nvPr>
            <p:ph type="pic" sz="quarter" idx="17" hasCustomPrompt="1"/>
          </p:nvPr>
        </p:nvSpPr>
        <p:spPr>
          <a:xfrm>
            <a:off x="8645054" y="532064"/>
            <a:ext cx="3550776" cy="2125481"/>
          </a:xfrm>
        </p:spPr>
        <p:txBody>
          <a:bodyPr anchor="ctr" anchorCtr="0">
            <a:noAutofit/>
          </a:bodyPr>
          <a:lstStyle>
            <a:lvl1pPr marL="0" indent="0" algn="ctr">
              <a:buNone/>
              <a:defRPr>
                <a:solidFill>
                  <a:schemeClr val="tx1"/>
                </a:solidFill>
              </a:defRPr>
            </a:lvl1pPr>
          </a:lstStyle>
          <a:p>
            <a:r>
              <a:rPr lang="en-US"/>
              <a:t>Click to insert photo</a:t>
            </a:r>
          </a:p>
        </p:txBody>
      </p:sp>
      <p:sp>
        <p:nvSpPr>
          <p:cNvPr id="33" name="Picture Placeholder 9">
            <a:extLst>
              <a:ext uri="{FF2B5EF4-FFF2-40B4-BE49-F238E27FC236}">
                <a16:creationId xmlns:a16="http://schemas.microsoft.com/office/drawing/2014/main" id="{C7FBBA56-1926-80C7-58E3-C4C49ACB14D0}"/>
              </a:ext>
            </a:extLst>
          </p:cNvPr>
          <p:cNvSpPr>
            <a:spLocks noGrp="1"/>
          </p:cNvSpPr>
          <p:nvPr>
            <p:ph type="pic" sz="quarter" idx="18" hasCustomPrompt="1"/>
          </p:nvPr>
        </p:nvSpPr>
        <p:spPr>
          <a:xfrm>
            <a:off x="8645054" y="2657545"/>
            <a:ext cx="3550776" cy="3121819"/>
          </a:xfrm>
        </p:spPr>
        <p:txBody>
          <a:bodyPr anchor="ctr" anchorCtr="0">
            <a:noAutofit/>
          </a:bodyPr>
          <a:lstStyle>
            <a:lvl1pPr marL="0" indent="0" algn="ctr">
              <a:buNone/>
              <a:defRPr>
                <a:solidFill>
                  <a:schemeClr val="tx1"/>
                </a:solidFill>
              </a:defRPr>
            </a:lvl1pPr>
          </a:lstStyle>
          <a:p>
            <a:r>
              <a:rPr lang="en-US"/>
              <a:t>Click to insert photo</a:t>
            </a:r>
          </a:p>
        </p:txBody>
      </p:sp>
      <p:pic>
        <p:nvPicPr>
          <p:cNvPr id="25" name="Picture 24">
            <a:extLst>
              <a:ext uri="{FF2B5EF4-FFF2-40B4-BE49-F238E27FC236}">
                <a16:creationId xmlns:a16="http://schemas.microsoft.com/office/drawing/2014/main" id="{C2EBB3FD-4351-5139-40A1-638BAA79FE42}"/>
              </a:ext>
              <a:ext uri="{C183D7F6-B498-43B3-948B-1728B52AA6E4}">
                <adec:decorative xmlns:adec="http://schemas.microsoft.com/office/drawing/2017/decorative" val="1"/>
              </a:ext>
            </a:extLst>
          </p:cNvPr>
          <p:cNvPicPr>
            <a:picLocks noChangeAspect="1"/>
          </p:cNvPicPr>
          <p:nvPr/>
        </p:nvPicPr>
        <p:blipFill rotWithShape="1">
          <a:blip r:embed="rId3"/>
          <a:srcRect l="3454" b="1375"/>
          <a:stretch/>
        </p:blipFill>
        <p:spPr>
          <a:xfrm>
            <a:off x="8636696" y="5780088"/>
            <a:ext cx="3555304" cy="1077189"/>
          </a:xfrm>
          <a:prstGeom prst="rect">
            <a:avLst/>
          </a:prstGeom>
        </p:spPr>
      </p:pic>
    </p:spTree>
    <p:extLst>
      <p:ext uri="{BB962C8B-B14F-4D97-AF65-F5344CB8AC3E}">
        <p14:creationId xmlns:p14="http://schemas.microsoft.com/office/powerpoint/2010/main" val="39761559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White-Photo">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2776140-691A-A9D4-ECB6-9A007671B26E}"/>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8534182" cy="404037"/>
          </a:xfrm>
          <a:prstGeom prst="rect">
            <a:avLst/>
          </a:prstGeom>
        </p:spPr>
      </p:pic>
      <p:sp>
        <p:nvSpPr>
          <p:cNvPr id="12" name="Rectangle 11">
            <a:extLst>
              <a:ext uri="{FF2B5EF4-FFF2-40B4-BE49-F238E27FC236}">
                <a16:creationId xmlns:a16="http://schemas.microsoft.com/office/drawing/2014/main" id="{4869F244-C8CA-9288-A22D-B4C0340C50DE}"/>
              </a:ext>
              <a:ext uri="{C183D7F6-B498-43B3-948B-1728B52AA6E4}">
                <adec:decorative xmlns:adec="http://schemas.microsoft.com/office/drawing/2017/decorative" val="1"/>
              </a:ext>
            </a:extLst>
          </p:cNvPr>
          <p:cNvSpPr/>
          <p:nvPr/>
        </p:nvSpPr>
        <p:spPr>
          <a:xfrm>
            <a:off x="8534182" y="0"/>
            <a:ext cx="3657025" cy="40403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16" name="Picture 15" descr="A person in a white hat reading a book in a library&#10;&#10;Description automatically generated">
            <a:extLst>
              <a:ext uri="{FF2B5EF4-FFF2-40B4-BE49-F238E27FC236}">
                <a16:creationId xmlns:a16="http://schemas.microsoft.com/office/drawing/2014/main" id="{C5CCAA47-DA17-8285-750E-435ED4023BAC}"/>
              </a:ext>
            </a:extLst>
          </p:cNvPr>
          <p:cNvPicPr>
            <a:picLocks noChangeAspect="1"/>
          </p:cNvPicPr>
          <p:nvPr/>
        </p:nvPicPr>
        <p:blipFill rotWithShape="1">
          <a:blip r:embed="rId3"/>
          <a:srcRect l="-1" r="161" b="40013"/>
          <a:stretch/>
        </p:blipFill>
        <p:spPr>
          <a:xfrm>
            <a:off x="0" y="404037"/>
            <a:ext cx="4889303" cy="3871630"/>
          </a:xfrm>
          <a:prstGeom prst="rect">
            <a:avLst/>
          </a:prstGeom>
        </p:spPr>
      </p:pic>
      <p:pic>
        <p:nvPicPr>
          <p:cNvPr id="15" name="Picture 14" descr="Green duotone photo of The Oval at CSU">
            <a:extLst>
              <a:ext uri="{FF2B5EF4-FFF2-40B4-BE49-F238E27FC236}">
                <a16:creationId xmlns:a16="http://schemas.microsoft.com/office/drawing/2014/main" id="{60636B70-6D80-E6B4-A0AB-1FA37A1EE750}"/>
              </a:ext>
            </a:extLst>
          </p:cNvPr>
          <p:cNvPicPr>
            <a:picLocks noChangeAspect="1"/>
          </p:cNvPicPr>
          <p:nvPr/>
        </p:nvPicPr>
        <p:blipFill rotWithShape="1">
          <a:blip r:embed="rId3"/>
          <a:srcRect l="-1" t="59986" r="161"/>
          <a:stretch/>
        </p:blipFill>
        <p:spPr>
          <a:xfrm>
            <a:off x="0" y="4275667"/>
            <a:ext cx="4889303" cy="2582557"/>
          </a:xfrm>
          <a:prstGeom prst="rect">
            <a:avLst/>
          </a:prstGeom>
        </p:spPr>
      </p:pic>
      <p:sp>
        <p:nvSpPr>
          <p:cNvPr id="13" name="Rectangle 12">
            <a:extLst>
              <a:ext uri="{FF2B5EF4-FFF2-40B4-BE49-F238E27FC236}">
                <a16:creationId xmlns:a16="http://schemas.microsoft.com/office/drawing/2014/main" id="{55F68099-713E-262D-9C2F-41D041CBCE4C}"/>
              </a:ext>
              <a:ext uri="{C183D7F6-B498-43B3-948B-1728B52AA6E4}">
                <adec:decorative xmlns:adec="http://schemas.microsoft.com/office/drawing/2017/decorative" val="1"/>
              </a:ext>
            </a:extLst>
          </p:cNvPr>
          <p:cNvSpPr/>
          <p:nvPr/>
        </p:nvSpPr>
        <p:spPr>
          <a:xfrm>
            <a:off x="4876960" y="404038"/>
            <a:ext cx="159005" cy="64539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Title Placeholder 1">
            <a:extLst>
              <a:ext uri="{FF2B5EF4-FFF2-40B4-BE49-F238E27FC236}">
                <a16:creationId xmlns:a16="http://schemas.microsoft.com/office/drawing/2014/main" id="{6E62C63B-24C9-E5A2-704B-B0DFF56BB5AB}"/>
              </a:ext>
            </a:extLst>
          </p:cNvPr>
          <p:cNvSpPr>
            <a:spLocks noGrp="1"/>
          </p:cNvSpPr>
          <p:nvPr>
            <p:ph type="title" hasCustomPrompt="1"/>
          </p:nvPr>
        </p:nvSpPr>
        <p:spPr>
          <a:xfrm>
            <a:off x="5339254" y="2009316"/>
            <a:ext cx="6389855" cy="1661737"/>
          </a:xfrm>
          <a:prstGeom prst="rect">
            <a:avLst/>
          </a:prstGeom>
        </p:spPr>
        <p:txBody>
          <a:bodyPr vert="horz" wrap="square" lIns="91440" tIns="91440" rIns="91440" bIns="91440" rtlCol="0" anchor="b" anchorCtr="0">
            <a:spAutoFit/>
          </a:bodyPr>
          <a:lstStyle>
            <a:lvl1pPr>
              <a:defRPr>
                <a:solidFill>
                  <a:schemeClr val="tx2"/>
                </a:solidFill>
              </a:defRPr>
            </a:lvl1pPr>
          </a:lstStyle>
          <a:p>
            <a:r>
              <a:rPr lang="en-US" dirty="0"/>
              <a:t>Two-line</a:t>
            </a:r>
            <a:br>
              <a:rPr lang="en-US" dirty="0"/>
            </a:br>
            <a:r>
              <a:rPr lang="en-US" dirty="0"/>
              <a:t>Section Headline</a:t>
            </a:r>
          </a:p>
        </p:txBody>
      </p:sp>
      <p:sp>
        <p:nvSpPr>
          <p:cNvPr id="21" name="Text Placeholder 24">
            <a:extLst>
              <a:ext uri="{FF2B5EF4-FFF2-40B4-BE49-F238E27FC236}">
                <a16:creationId xmlns:a16="http://schemas.microsoft.com/office/drawing/2014/main" id="{CA12811A-2E64-8B50-D74B-A49778FA0824}"/>
              </a:ext>
            </a:extLst>
          </p:cNvPr>
          <p:cNvSpPr>
            <a:spLocks noGrp="1"/>
          </p:cNvSpPr>
          <p:nvPr>
            <p:ph type="body" sz="quarter" idx="10" hasCustomPrompt="1"/>
          </p:nvPr>
        </p:nvSpPr>
        <p:spPr>
          <a:xfrm>
            <a:off x="5339254" y="3917043"/>
            <a:ext cx="6389855" cy="452945"/>
          </a:xfrm>
        </p:spPr>
        <p:txBody>
          <a:bodyPr wrap="square">
            <a:spAutoFit/>
          </a:bodyPr>
          <a:lstStyle>
            <a:lvl1pPr marL="0" indent="0">
              <a:buNone/>
              <a:defRPr sz="1600" baseline="0">
                <a:solidFill>
                  <a:schemeClr val="tx1"/>
                </a:solidFill>
              </a:defRPr>
            </a:lvl1pPr>
          </a:lstStyle>
          <a:p>
            <a:pPr lvl="0"/>
            <a:r>
              <a:rPr lang="en-US" dirty="0"/>
              <a:t>Section </a:t>
            </a:r>
            <a:r>
              <a:rPr lang="en-US" dirty="0" err="1"/>
              <a:t>subheadline</a:t>
            </a:r>
            <a:endParaRPr lang="en-US" dirty="0"/>
          </a:p>
        </p:txBody>
      </p:sp>
      <p:sp>
        <p:nvSpPr>
          <p:cNvPr id="5" name="Slide Number Placeholder 3">
            <a:extLst>
              <a:ext uri="{FF2B5EF4-FFF2-40B4-BE49-F238E27FC236}">
                <a16:creationId xmlns:a16="http://schemas.microsoft.com/office/drawing/2014/main" id="{A8BE80CC-75E4-19D2-085B-A11BC80E4ECC}"/>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03242059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Whit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97453FC-0441-6339-5061-664B9E8AF71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0"/>
            <a:ext cx="8534182" cy="404037"/>
          </a:xfrm>
          <a:prstGeom prst="rect">
            <a:avLst/>
          </a:prstGeom>
        </p:spPr>
      </p:pic>
      <p:sp>
        <p:nvSpPr>
          <p:cNvPr id="4" name="Rectangle 3">
            <a:extLst>
              <a:ext uri="{FF2B5EF4-FFF2-40B4-BE49-F238E27FC236}">
                <a16:creationId xmlns:a16="http://schemas.microsoft.com/office/drawing/2014/main" id="{64B1232C-F8A7-1F30-9E27-22B5ED5B2D96}"/>
              </a:ext>
              <a:ext uri="{C183D7F6-B498-43B3-948B-1728B52AA6E4}">
                <adec:decorative xmlns:adec="http://schemas.microsoft.com/office/drawing/2017/decorative" val="1"/>
              </a:ext>
            </a:extLst>
          </p:cNvPr>
          <p:cNvSpPr/>
          <p:nvPr/>
        </p:nvSpPr>
        <p:spPr>
          <a:xfrm>
            <a:off x="8534182" y="0"/>
            <a:ext cx="3657025" cy="404037"/>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Picture Placeholder 9">
            <a:extLst>
              <a:ext uri="{FF2B5EF4-FFF2-40B4-BE49-F238E27FC236}">
                <a16:creationId xmlns:a16="http://schemas.microsoft.com/office/drawing/2014/main" id="{D29A660C-111B-2054-5D47-2BDBBE804CB2}"/>
              </a:ext>
            </a:extLst>
          </p:cNvPr>
          <p:cNvSpPr>
            <a:spLocks noGrp="1"/>
          </p:cNvSpPr>
          <p:nvPr>
            <p:ph type="pic" sz="quarter" idx="18" hasCustomPrompt="1"/>
          </p:nvPr>
        </p:nvSpPr>
        <p:spPr>
          <a:xfrm>
            <a:off x="13090" y="404037"/>
            <a:ext cx="4863869" cy="4337825"/>
          </a:xfrm>
        </p:spPr>
        <p:txBody>
          <a:bodyPr anchor="ctr" anchorCtr="0">
            <a:noAutofit/>
          </a:bodyPr>
          <a:lstStyle>
            <a:lvl1pPr marL="0" indent="0" algn="ctr">
              <a:buNone/>
              <a:defRPr>
                <a:solidFill>
                  <a:schemeClr val="tx1"/>
                </a:solidFill>
              </a:defRPr>
            </a:lvl1pPr>
          </a:lstStyle>
          <a:p>
            <a:r>
              <a:rPr lang="en-US"/>
              <a:t>Click to insert photo</a:t>
            </a:r>
          </a:p>
        </p:txBody>
      </p:sp>
      <p:sp>
        <p:nvSpPr>
          <p:cNvPr id="21" name="Picture Placeholder 9">
            <a:extLst>
              <a:ext uri="{FF2B5EF4-FFF2-40B4-BE49-F238E27FC236}">
                <a16:creationId xmlns:a16="http://schemas.microsoft.com/office/drawing/2014/main" id="{8F846DE8-2EB1-0330-2196-E2554F6E77E8}"/>
              </a:ext>
            </a:extLst>
          </p:cNvPr>
          <p:cNvSpPr>
            <a:spLocks noGrp="1"/>
          </p:cNvSpPr>
          <p:nvPr>
            <p:ph type="pic" sz="quarter" idx="19" hasCustomPrompt="1"/>
          </p:nvPr>
        </p:nvSpPr>
        <p:spPr>
          <a:xfrm>
            <a:off x="0" y="4741862"/>
            <a:ext cx="4863869" cy="2116138"/>
          </a:xfrm>
        </p:spPr>
        <p:txBody>
          <a:bodyPr anchor="ctr" anchorCtr="0">
            <a:noAutofit/>
          </a:bodyPr>
          <a:lstStyle>
            <a:lvl1pPr marL="0" indent="0" algn="ctr">
              <a:buNone/>
              <a:defRPr>
                <a:solidFill>
                  <a:schemeClr val="tx1"/>
                </a:solidFill>
              </a:defRPr>
            </a:lvl1pPr>
          </a:lstStyle>
          <a:p>
            <a:r>
              <a:rPr lang="en-US"/>
              <a:t>Click to insert photo</a:t>
            </a:r>
          </a:p>
        </p:txBody>
      </p:sp>
      <p:sp>
        <p:nvSpPr>
          <p:cNvPr id="5" name="Rectangle 4">
            <a:extLst>
              <a:ext uri="{FF2B5EF4-FFF2-40B4-BE49-F238E27FC236}">
                <a16:creationId xmlns:a16="http://schemas.microsoft.com/office/drawing/2014/main" id="{E4E35C0C-972C-4520-67CF-18EAFF177D3F}"/>
              </a:ext>
              <a:ext uri="{C183D7F6-B498-43B3-948B-1728B52AA6E4}">
                <adec:decorative xmlns:adec="http://schemas.microsoft.com/office/drawing/2017/decorative" val="1"/>
              </a:ext>
            </a:extLst>
          </p:cNvPr>
          <p:cNvSpPr/>
          <p:nvPr/>
        </p:nvSpPr>
        <p:spPr>
          <a:xfrm>
            <a:off x="4876960" y="404038"/>
            <a:ext cx="159005" cy="645396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Title Placeholder 1">
            <a:extLst>
              <a:ext uri="{FF2B5EF4-FFF2-40B4-BE49-F238E27FC236}">
                <a16:creationId xmlns:a16="http://schemas.microsoft.com/office/drawing/2014/main" id="{BAB41D4B-99CA-CF76-F7B8-47081EDADC1E}"/>
              </a:ext>
            </a:extLst>
          </p:cNvPr>
          <p:cNvSpPr>
            <a:spLocks noGrp="1"/>
          </p:cNvSpPr>
          <p:nvPr>
            <p:ph type="title" hasCustomPrompt="1"/>
          </p:nvPr>
        </p:nvSpPr>
        <p:spPr>
          <a:xfrm>
            <a:off x="5339254" y="2009316"/>
            <a:ext cx="6389855" cy="1661737"/>
          </a:xfrm>
          <a:prstGeom prst="rect">
            <a:avLst/>
          </a:prstGeom>
        </p:spPr>
        <p:txBody>
          <a:bodyPr vert="horz" wrap="square" lIns="91440" tIns="91440" rIns="91440" bIns="91440" rtlCol="0" anchor="b" anchorCtr="0">
            <a:spAutoFit/>
          </a:bodyPr>
          <a:lstStyle>
            <a:lvl1pPr>
              <a:defRPr>
                <a:solidFill>
                  <a:schemeClr val="tx2"/>
                </a:solidFill>
              </a:defRPr>
            </a:lvl1pPr>
          </a:lstStyle>
          <a:p>
            <a:r>
              <a:rPr lang="en-US" dirty="0"/>
              <a:t>Two-line</a:t>
            </a:r>
            <a:br>
              <a:rPr lang="en-US" dirty="0"/>
            </a:br>
            <a:r>
              <a:rPr lang="en-US" dirty="0"/>
              <a:t>Section Headline</a:t>
            </a:r>
          </a:p>
        </p:txBody>
      </p:sp>
      <p:sp>
        <p:nvSpPr>
          <p:cNvPr id="14" name="Text Placeholder 24">
            <a:extLst>
              <a:ext uri="{FF2B5EF4-FFF2-40B4-BE49-F238E27FC236}">
                <a16:creationId xmlns:a16="http://schemas.microsoft.com/office/drawing/2014/main" id="{907D6495-ABD1-CEE9-7021-6A5CD8B68BF7}"/>
              </a:ext>
            </a:extLst>
          </p:cNvPr>
          <p:cNvSpPr>
            <a:spLocks noGrp="1"/>
          </p:cNvSpPr>
          <p:nvPr>
            <p:ph type="body" sz="quarter" idx="10" hasCustomPrompt="1"/>
          </p:nvPr>
        </p:nvSpPr>
        <p:spPr>
          <a:xfrm>
            <a:off x="5339254" y="3917043"/>
            <a:ext cx="6389855" cy="452945"/>
          </a:xfrm>
        </p:spPr>
        <p:txBody>
          <a:bodyPr wrap="square">
            <a:spAutoFit/>
          </a:bodyPr>
          <a:lstStyle>
            <a:lvl1pPr marL="0" indent="0">
              <a:buNone/>
              <a:defRPr sz="1600" baseline="0">
                <a:solidFill>
                  <a:schemeClr val="tx1"/>
                </a:solidFill>
              </a:defRPr>
            </a:lvl1pPr>
          </a:lstStyle>
          <a:p>
            <a:pPr lvl="0"/>
            <a:r>
              <a:rPr lang="en-US" dirty="0"/>
              <a:t>Section </a:t>
            </a:r>
            <a:r>
              <a:rPr lang="en-US" dirty="0" err="1"/>
              <a:t>subheadline</a:t>
            </a:r>
            <a:endParaRPr lang="en-US" dirty="0"/>
          </a:p>
        </p:txBody>
      </p:sp>
      <p:sp>
        <p:nvSpPr>
          <p:cNvPr id="6" name="Slide Number Placeholder 3">
            <a:extLst>
              <a:ext uri="{FF2B5EF4-FFF2-40B4-BE49-F238E27FC236}">
                <a16:creationId xmlns:a16="http://schemas.microsoft.com/office/drawing/2014/main" id="{A8AE2353-C2E6-3E6F-5583-DF7C0A32667E}"/>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41378965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Green-Photo">
    <p:bg>
      <p:bgRef idx="1001">
        <a:schemeClr val="bg2"/>
      </p:bgRef>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D0A87B4F-7A57-E116-2C45-32B14FC88C6A}"/>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46" name="Rectangle 45">
              <a:extLst>
                <a:ext uri="{FF2B5EF4-FFF2-40B4-BE49-F238E27FC236}">
                  <a16:creationId xmlns:a16="http://schemas.microsoft.com/office/drawing/2014/main" id="{AD57C644-FEBF-9113-5927-9768D8D0FA88}"/>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D07479E8-DC92-2C2F-2918-38A097E19379}"/>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C05C1430-9968-6D88-677F-2485BB14AA2D}"/>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C16FD7B1-416E-CA00-31A7-5492FEF65339}"/>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87F717F7-BA67-3DBB-2C1E-93DE9423B187}"/>
                </a:ext>
              </a:extLst>
            </p:cNvPr>
            <p:cNvSpPr/>
            <p:nvPr userDrawn="1"/>
          </p:nvSpPr>
          <p:spPr>
            <a:xfrm rot="16200000">
              <a:off x="1960153"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EC25C91A-E7D6-143F-8CBA-49C86F081711}"/>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C8BDCF05-9FAA-BE45-A86B-D65536E2DC65}"/>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3" name="Rectangle 52">
              <a:extLst>
                <a:ext uri="{FF2B5EF4-FFF2-40B4-BE49-F238E27FC236}">
                  <a16:creationId xmlns:a16="http://schemas.microsoft.com/office/drawing/2014/main" id="{BD27DD14-79B6-BFA6-0DE1-4745077AD6EB}"/>
                </a:ext>
              </a:extLst>
            </p:cNvPr>
            <p:cNvSpPr/>
            <p:nvPr userDrawn="1"/>
          </p:nvSpPr>
          <p:spPr>
            <a:xfrm rot="16200000">
              <a:off x="366442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4" name="Rectangle 53">
              <a:extLst>
                <a:ext uri="{FF2B5EF4-FFF2-40B4-BE49-F238E27FC236}">
                  <a16:creationId xmlns:a16="http://schemas.microsoft.com/office/drawing/2014/main" id="{1A1E6A46-72DD-4620-11AD-B24A46E2CD4F}"/>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5" name="Rectangle 54">
              <a:extLst>
                <a:ext uri="{FF2B5EF4-FFF2-40B4-BE49-F238E27FC236}">
                  <a16:creationId xmlns:a16="http://schemas.microsoft.com/office/drawing/2014/main" id="{C24740B9-0AFE-2A72-BAB4-CD9179B4E7B8}"/>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6" name="Rectangle 55">
              <a:extLst>
                <a:ext uri="{FF2B5EF4-FFF2-40B4-BE49-F238E27FC236}">
                  <a16:creationId xmlns:a16="http://schemas.microsoft.com/office/drawing/2014/main" id="{B3ADCE63-3A13-C0C7-34A8-AF40FE52F293}"/>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7" name="Rectangle 56">
              <a:extLst>
                <a:ext uri="{FF2B5EF4-FFF2-40B4-BE49-F238E27FC236}">
                  <a16:creationId xmlns:a16="http://schemas.microsoft.com/office/drawing/2014/main" id="{63163F3F-7C4F-CC6B-99BC-F04D03D6ECD0}"/>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8" name="Rectangle 57">
              <a:extLst>
                <a:ext uri="{FF2B5EF4-FFF2-40B4-BE49-F238E27FC236}">
                  <a16:creationId xmlns:a16="http://schemas.microsoft.com/office/drawing/2014/main" id="{16F35307-AB69-FFBC-107C-F809DFE913FA}"/>
                </a:ext>
              </a:extLst>
            </p:cNvPr>
            <p:cNvSpPr/>
            <p:nvPr userDrawn="1"/>
          </p:nvSpPr>
          <p:spPr>
            <a:xfrm rot="16200000">
              <a:off x="650487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67" name="Picture 66">
            <a:extLst>
              <a:ext uri="{FF2B5EF4-FFF2-40B4-BE49-F238E27FC236}">
                <a16:creationId xmlns:a16="http://schemas.microsoft.com/office/drawing/2014/main" id="{92802A39-2259-D3B0-4A1A-54A6CD7C5BFA}"/>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59" name="Rectangle 58">
            <a:extLst>
              <a:ext uri="{FF2B5EF4-FFF2-40B4-BE49-F238E27FC236}">
                <a16:creationId xmlns:a16="http://schemas.microsoft.com/office/drawing/2014/main" id="{150F919F-2672-E7CF-2330-1BB4B37DD714}"/>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 name="Title Placeholder 1">
            <a:extLst>
              <a:ext uri="{FF2B5EF4-FFF2-40B4-BE49-F238E27FC236}">
                <a16:creationId xmlns:a16="http://schemas.microsoft.com/office/drawing/2014/main" id="{433AA952-0C7C-D384-ECA1-9F6FD4F558E1}"/>
              </a:ext>
            </a:extLst>
          </p:cNvPr>
          <p:cNvSpPr>
            <a:spLocks noGrp="1"/>
          </p:cNvSpPr>
          <p:nvPr>
            <p:ph type="title" hasCustomPrompt="1"/>
          </p:nvPr>
        </p:nvSpPr>
        <p:spPr>
          <a:xfrm>
            <a:off x="851592" y="1900147"/>
            <a:ext cx="6389855" cy="1661737"/>
          </a:xfrm>
          <a:prstGeom prst="rect">
            <a:avLst/>
          </a:prstGeom>
        </p:spPr>
        <p:txBody>
          <a:bodyPr vert="horz" wrap="square" lIns="91440" tIns="91440" rIns="91440" bIns="91440" rtlCol="0" anchor="b" anchorCtr="0">
            <a:spAutoFit/>
          </a:bodyPr>
          <a:lstStyle>
            <a:lvl1pPr>
              <a:defRPr>
                <a:solidFill>
                  <a:schemeClr val="tx1"/>
                </a:solidFill>
              </a:defRPr>
            </a:lvl1pPr>
          </a:lstStyle>
          <a:p>
            <a:r>
              <a:rPr lang="en-US" dirty="0"/>
              <a:t>Two-line</a:t>
            </a:r>
            <a:br>
              <a:rPr lang="en-US" dirty="0"/>
            </a:br>
            <a:r>
              <a:rPr lang="en-US" dirty="0"/>
              <a:t>Section headline</a:t>
            </a:r>
          </a:p>
        </p:txBody>
      </p:sp>
      <p:sp>
        <p:nvSpPr>
          <p:cNvPr id="5" name="Text Placeholder 24">
            <a:extLst>
              <a:ext uri="{FF2B5EF4-FFF2-40B4-BE49-F238E27FC236}">
                <a16:creationId xmlns:a16="http://schemas.microsoft.com/office/drawing/2014/main" id="{60B6D903-D6D9-E95F-7AEF-BBE59B0BFF86}"/>
              </a:ext>
            </a:extLst>
          </p:cNvPr>
          <p:cNvSpPr>
            <a:spLocks noGrp="1"/>
          </p:cNvSpPr>
          <p:nvPr>
            <p:ph type="body" sz="quarter" idx="10" hasCustomPrompt="1"/>
          </p:nvPr>
        </p:nvSpPr>
        <p:spPr>
          <a:xfrm>
            <a:off x="851592" y="3807874"/>
            <a:ext cx="6389855" cy="452945"/>
          </a:xfrm>
        </p:spPr>
        <p:txBody>
          <a:bodyPr wrap="square">
            <a:spAutoFit/>
          </a:bodyPr>
          <a:lstStyle>
            <a:lvl1pPr marL="0" indent="0">
              <a:buNone/>
              <a:defRPr sz="1600" baseline="0">
                <a:solidFill>
                  <a:schemeClr val="accent2"/>
                </a:solidFill>
              </a:defRPr>
            </a:lvl1pPr>
          </a:lstStyle>
          <a:p>
            <a:pPr lvl="0"/>
            <a:r>
              <a:rPr lang="en-US" dirty="0"/>
              <a:t>Section </a:t>
            </a:r>
            <a:r>
              <a:rPr lang="en-US" dirty="0" err="1"/>
              <a:t>subheadline</a:t>
            </a:r>
            <a:endParaRPr lang="en-US" dirty="0"/>
          </a:p>
        </p:txBody>
      </p:sp>
      <p:sp>
        <p:nvSpPr>
          <p:cNvPr id="44" name="Rectangle 43">
            <a:extLst>
              <a:ext uri="{FF2B5EF4-FFF2-40B4-BE49-F238E27FC236}">
                <a16:creationId xmlns:a16="http://schemas.microsoft.com/office/drawing/2014/main" id="{36D72AE4-7D75-438A-159A-A31D41A684C6}"/>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62" name="Picture 61">
            <a:extLst>
              <a:ext uri="{FF2B5EF4-FFF2-40B4-BE49-F238E27FC236}">
                <a16:creationId xmlns:a16="http://schemas.microsoft.com/office/drawing/2014/main" id="{F03F0980-7265-5C47-BE68-98BD261ED4F7}"/>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pic>
        <p:nvPicPr>
          <p:cNvPr id="2" name="Picture 1" descr="Colorado State University symbol">
            <a:extLst>
              <a:ext uri="{FF2B5EF4-FFF2-40B4-BE49-F238E27FC236}">
                <a16:creationId xmlns:a16="http://schemas.microsoft.com/office/drawing/2014/main" id="{5B9E5C18-1C92-7803-DDA7-77DDBC2095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6451" y="2340370"/>
            <a:ext cx="1538452" cy="1538652"/>
          </a:xfrm>
          <a:prstGeom prst="rect">
            <a:avLst/>
          </a:prstGeom>
        </p:spPr>
      </p:pic>
      <p:pic>
        <p:nvPicPr>
          <p:cNvPr id="65" name="Picture 64">
            <a:extLst>
              <a:ext uri="{FF2B5EF4-FFF2-40B4-BE49-F238E27FC236}">
                <a16:creationId xmlns:a16="http://schemas.microsoft.com/office/drawing/2014/main" id="{674329DB-9EDD-8725-56C0-72C326694088}"/>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0" y="5639616"/>
            <a:ext cx="5932505" cy="1218384"/>
          </a:xfrm>
          <a:prstGeom prst="rect">
            <a:avLst/>
          </a:prstGeom>
        </p:spPr>
      </p:pic>
      <p:pic>
        <p:nvPicPr>
          <p:cNvPr id="75" name="Picture 74" descr="A landscape with trees and mountains in the background&#10;&#10;Description automatically generated">
            <a:extLst>
              <a:ext uri="{FF2B5EF4-FFF2-40B4-BE49-F238E27FC236}">
                <a16:creationId xmlns:a16="http://schemas.microsoft.com/office/drawing/2014/main" id="{30E7D063-4617-D2BD-9DE7-7C737655E094}"/>
              </a:ext>
            </a:extLst>
          </p:cNvPr>
          <p:cNvPicPr>
            <a:picLocks noChangeAspect="1"/>
          </p:cNvPicPr>
          <p:nvPr/>
        </p:nvPicPr>
        <p:blipFill rotWithShape="1">
          <a:blip r:embed="rId6"/>
          <a:srcRect t="-1" b="156"/>
          <a:stretch/>
        </p:blipFill>
        <p:spPr>
          <a:xfrm>
            <a:off x="5932505" y="5639616"/>
            <a:ext cx="6259495" cy="1218384"/>
          </a:xfrm>
          <a:prstGeom prst="rect">
            <a:avLst/>
          </a:prstGeom>
        </p:spPr>
      </p:pic>
      <p:sp>
        <p:nvSpPr>
          <p:cNvPr id="6" name="Slide Number Placeholder 3">
            <a:extLst>
              <a:ext uri="{FF2B5EF4-FFF2-40B4-BE49-F238E27FC236}">
                <a16:creationId xmlns:a16="http://schemas.microsoft.com/office/drawing/2014/main" id="{88FFE2DF-4195-F5AF-C13C-36CE7BF15695}"/>
              </a:ext>
            </a:extLst>
          </p:cNvPr>
          <p:cNvSpPr>
            <a:spLocks noGrp="1"/>
          </p:cNvSpPr>
          <p:nvPr>
            <p:ph type="sldNum" sz="quarter" idx="4"/>
          </p:nvPr>
        </p:nvSpPr>
        <p:spPr>
          <a:xfrm>
            <a:off x="123554" y="6512009"/>
            <a:ext cx="462098" cy="222422"/>
          </a:xfrm>
          <a:prstGeom prst="rect">
            <a:avLst/>
          </a:prstGeom>
        </p:spPr>
        <p:txBody>
          <a:bodyPr vert="horz" lIns="91440" tIns="45720" rIns="91440" bIns="45720" rtlCol="0" anchor="ctr"/>
          <a:lstStyle>
            <a:lvl1pPr algn="l">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09464132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Green">
    <p:bg>
      <p:bgPr>
        <a:solidFill>
          <a:schemeClr val="tx2"/>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84C5DCFD-8E50-0E34-6511-17C6AF3AF62D}"/>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39" name="Rectangle 38">
              <a:extLst>
                <a:ext uri="{FF2B5EF4-FFF2-40B4-BE49-F238E27FC236}">
                  <a16:creationId xmlns:a16="http://schemas.microsoft.com/office/drawing/2014/main" id="{2C93CB56-B18F-AC2B-07FA-E327477319F1}"/>
                </a:ext>
              </a:extLst>
            </p:cNvPr>
            <p:cNvSpPr/>
            <p:nvPr userDrawn="1"/>
          </p:nvSpPr>
          <p:spPr>
            <a:xfrm rot="16200000">
              <a:off x="-31221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0" name="Rectangle 39">
              <a:extLst>
                <a:ext uri="{FF2B5EF4-FFF2-40B4-BE49-F238E27FC236}">
                  <a16:creationId xmlns:a16="http://schemas.microsoft.com/office/drawing/2014/main" id="{A7EA4EAD-14FD-0B28-80CE-E58319CD5295}"/>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1" name="Rectangle 40">
              <a:extLst>
                <a:ext uri="{FF2B5EF4-FFF2-40B4-BE49-F238E27FC236}">
                  <a16:creationId xmlns:a16="http://schemas.microsoft.com/office/drawing/2014/main" id="{45D85398-5510-C23C-4599-548EAB3C0372}"/>
                </a:ext>
              </a:extLst>
            </p:cNvPr>
            <p:cNvSpPr/>
            <p:nvPr userDrawn="1"/>
          </p:nvSpPr>
          <p:spPr>
            <a:xfrm rot="16200000">
              <a:off x="82397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2" name="Rectangle 41">
              <a:extLst>
                <a:ext uri="{FF2B5EF4-FFF2-40B4-BE49-F238E27FC236}">
                  <a16:creationId xmlns:a16="http://schemas.microsoft.com/office/drawing/2014/main" id="{2A023E23-4CF0-2687-7015-75045B5BC79E}"/>
                </a:ext>
              </a:extLst>
            </p:cNvPr>
            <p:cNvSpPr/>
            <p:nvPr userDrawn="1"/>
          </p:nvSpPr>
          <p:spPr>
            <a:xfrm rot="16200000">
              <a:off x="1392062"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3" name="Rectangle 42">
              <a:extLst>
                <a:ext uri="{FF2B5EF4-FFF2-40B4-BE49-F238E27FC236}">
                  <a16:creationId xmlns:a16="http://schemas.microsoft.com/office/drawing/2014/main" id="{BACFA773-B3D3-CA22-E73B-2E187CE9110A}"/>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4" name="Rectangle 43">
              <a:extLst>
                <a:ext uri="{FF2B5EF4-FFF2-40B4-BE49-F238E27FC236}">
                  <a16:creationId xmlns:a16="http://schemas.microsoft.com/office/drawing/2014/main" id="{76563EC6-526A-898E-1767-530D884EAC64}"/>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5" name="Rectangle 44">
              <a:extLst>
                <a:ext uri="{FF2B5EF4-FFF2-40B4-BE49-F238E27FC236}">
                  <a16:creationId xmlns:a16="http://schemas.microsoft.com/office/drawing/2014/main" id="{2C1FAB3A-AEC6-1661-22DC-1A08925AC506}"/>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6" name="Rectangle 45">
              <a:extLst>
                <a:ext uri="{FF2B5EF4-FFF2-40B4-BE49-F238E27FC236}">
                  <a16:creationId xmlns:a16="http://schemas.microsoft.com/office/drawing/2014/main" id="{9DCA74DA-15F1-3C92-AC34-90D525C3E823}"/>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F6D78D92-995C-D6A8-FF27-DF556469F0B9}"/>
                </a:ext>
              </a:extLst>
            </p:cNvPr>
            <p:cNvSpPr/>
            <p:nvPr userDrawn="1"/>
          </p:nvSpPr>
          <p:spPr>
            <a:xfrm rot="16200000">
              <a:off x="4232517"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7ED26EE1-6D1D-C765-2643-A5B8D2CF1065}"/>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D56B6B76-27D4-A7B5-C6F2-231D80228249}"/>
                </a:ext>
              </a:extLst>
            </p:cNvPr>
            <p:cNvSpPr/>
            <p:nvPr userDrawn="1"/>
          </p:nvSpPr>
          <p:spPr>
            <a:xfrm rot="16200000">
              <a:off x="5368699"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913B34D3-83D6-C0FE-B940-F2777F520BE3}"/>
                </a:ext>
              </a:extLst>
            </p:cNvPr>
            <p:cNvSpPr/>
            <p:nvPr userDrawn="1"/>
          </p:nvSpPr>
          <p:spPr>
            <a:xfrm rot="16200000">
              <a:off x="5936790"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719A497C-BE2A-8D40-9B83-F6EB98B5FDF9}"/>
                </a:ext>
              </a:extLst>
            </p:cNvPr>
            <p:cNvSpPr/>
            <p:nvPr userDrawn="1"/>
          </p:nvSpPr>
          <p:spPr>
            <a:xfrm rot="16200000">
              <a:off x="650487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8" name="Picture 7">
            <a:extLst>
              <a:ext uri="{FF2B5EF4-FFF2-40B4-BE49-F238E27FC236}">
                <a16:creationId xmlns:a16="http://schemas.microsoft.com/office/drawing/2014/main" id="{A1A19627-FAD9-25D7-76F5-FEC1CE8C3F3F}"/>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32" name="Rectangle 31">
            <a:extLst>
              <a:ext uri="{FF2B5EF4-FFF2-40B4-BE49-F238E27FC236}">
                <a16:creationId xmlns:a16="http://schemas.microsoft.com/office/drawing/2014/main" id="{AB4C97F1-160B-3523-A33A-03C80EC7CBD5}"/>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 name="Title Placeholder 1">
            <a:extLst>
              <a:ext uri="{FF2B5EF4-FFF2-40B4-BE49-F238E27FC236}">
                <a16:creationId xmlns:a16="http://schemas.microsoft.com/office/drawing/2014/main" id="{AA77D9F0-19AB-8C54-BB91-2A8C7E3977D3}"/>
              </a:ext>
            </a:extLst>
          </p:cNvPr>
          <p:cNvSpPr>
            <a:spLocks noGrp="1"/>
          </p:cNvSpPr>
          <p:nvPr>
            <p:ph type="title" hasCustomPrompt="1"/>
          </p:nvPr>
        </p:nvSpPr>
        <p:spPr>
          <a:xfrm>
            <a:off x="851592" y="1901401"/>
            <a:ext cx="6389855" cy="1661737"/>
          </a:xfrm>
          <a:prstGeom prst="rect">
            <a:avLst/>
          </a:prstGeom>
        </p:spPr>
        <p:txBody>
          <a:bodyPr vert="horz" wrap="square" lIns="91440" tIns="91440" rIns="91440" bIns="91440" rtlCol="0" anchor="b" anchorCtr="0">
            <a:spAutoFit/>
          </a:bodyPr>
          <a:lstStyle>
            <a:lvl1pPr>
              <a:defRPr>
                <a:solidFill>
                  <a:schemeClr val="bg1"/>
                </a:solidFill>
              </a:defRPr>
            </a:lvl1pPr>
          </a:lstStyle>
          <a:p>
            <a:r>
              <a:rPr lang="en-US" dirty="0"/>
              <a:t>Two-line</a:t>
            </a:r>
            <a:br>
              <a:rPr lang="en-US" dirty="0"/>
            </a:br>
            <a:r>
              <a:rPr lang="en-US" dirty="0"/>
              <a:t>Section Headline</a:t>
            </a:r>
          </a:p>
        </p:txBody>
      </p:sp>
      <p:sp>
        <p:nvSpPr>
          <p:cNvPr id="5" name="Text Placeholder 24">
            <a:extLst>
              <a:ext uri="{FF2B5EF4-FFF2-40B4-BE49-F238E27FC236}">
                <a16:creationId xmlns:a16="http://schemas.microsoft.com/office/drawing/2014/main" id="{1EE2248E-7F37-648B-CC77-345582D19915}"/>
              </a:ext>
            </a:extLst>
          </p:cNvPr>
          <p:cNvSpPr>
            <a:spLocks noGrp="1"/>
          </p:cNvSpPr>
          <p:nvPr>
            <p:ph type="body" sz="quarter" idx="10" hasCustomPrompt="1"/>
          </p:nvPr>
        </p:nvSpPr>
        <p:spPr>
          <a:xfrm>
            <a:off x="851592" y="3809128"/>
            <a:ext cx="6389855" cy="452945"/>
          </a:xfrm>
        </p:spPr>
        <p:txBody>
          <a:bodyPr wrap="square">
            <a:spAutoFit/>
          </a:bodyPr>
          <a:lstStyle>
            <a:lvl1pPr marL="0" indent="0">
              <a:buNone/>
              <a:defRPr sz="1600" baseline="0">
                <a:solidFill>
                  <a:schemeClr val="accent2"/>
                </a:solidFill>
              </a:defRPr>
            </a:lvl1pPr>
          </a:lstStyle>
          <a:p>
            <a:pPr lvl="0"/>
            <a:r>
              <a:rPr lang="en-US" dirty="0"/>
              <a:t>Section </a:t>
            </a:r>
            <a:r>
              <a:rPr lang="en-US" dirty="0" err="1"/>
              <a:t>subheadline</a:t>
            </a:r>
            <a:endParaRPr lang="en-US" dirty="0"/>
          </a:p>
        </p:txBody>
      </p:sp>
      <p:sp>
        <p:nvSpPr>
          <p:cNvPr id="17" name="Rectangle 16">
            <a:extLst>
              <a:ext uri="{FF2B5EF4-FFF2-40B4-BE49-F238E27FC236}">
                <a16:creationId xmlns:a16="http://schemas.microsoft.com/office/drawing/2014/main" id="{FD0B0AE0-E249-ED95-8E45-9A6ECFA106CC}"/>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35" name="Picture 34">
            <a:extLst>
              <a:ext uri="{FF2B5EF4-FFF2-40B4-BE49-F238E27FC236}">
                <a16:creationId xmlns:a16="http://schemas.microsoft.com/office/drawing/2014/main" id="{D9353248-0DFE-5786-3EB4-38ECB7019074}"/>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pic>
        <p:nvPicPr>
          <p:cNvPr id="2" name="Picture 1" descr="Colorado State University symbol">
            <a:extLst>
              <a:ext uri="{FF2B5EF4-FFF2-40B4-BE49-F238E27FC236}">
                <a16:creationId xmlns:a16="http://schemas.microsoft.com/office/drawing/2014/main" id="{43ECF808-D3BE-4641-8561-5991299CBE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6451" y="2340370"/>
            <a:ext cx="1538452" cy="1538652"/>
          </a:xfrm>
          <a:prstGeom prst="rect">
            <a:avLst/>
          </a:prstGeom>
        </p:spPr>
      </p:pic>
      <p:pic>
        <p:nvPicPr>
          <p:cNvPr id="36" name="Picture 35">
            <a:extLst>
              <a:ext uri="{FF2B5EF4-FFF2-40B4-BE49-F238E27FC236}">
                <a16:creationId xmlns:a16="http://schemas.microsoft.com/office/drawing/2014/main" id="{4491971E-EC47-BAB2-F1BB-CF91536EC1B8}"/>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0" y="5639616"/>
            <a:ext cx="5932505" cy="1218384"/>
          </a:xfrm>
          <a:prstGeom prst="rect">
            <a:avLst/>
          </a:prstGeom>
        </p:spPr>
      </p:pic>
      <p:sp>
        <p:nvSpPr>
          <p:cNvPr id="52" name="Picture Placeholder 9">
            <a:extLst>
              <a:ext uri="{FF2B5EF4-FFF2-40B4-BE49-F238E27FC236}">
                <a16:creationId xmlns:a16="http://schemas.microsoft.com/office/drawing/2014/main" id="{BFE76D5A-50D9-62AB-C9BD-7DCEA851529D}"/>
              </a:ext>
            </a:extLst>
          </p:cNvPr>
          <p:cNvSpPr>
            <a:spLocks noGrp="1"/>
          </p:cNvSpPr>
          <p:nvPr>
            <p:ph type="pic" sz="quarter" idx="17" hasCustomPrompt="1"/>
          </p:nvPr>
        </p:nvSpPr>
        <p:spPr>
          <a:xfrm>
            <a:off x="5932505" y="5639616"/>
            <a:ext cx="6242306" cy="1218384"/>
          </a:xfrm>
        </p:spPr>
        <p:txBody>
          <a:bodyPr anchor="ctr" anchorCtr="0">
            <a:noAutofit/>
          </a:bodyPr>
          <a:lstStyle>
            <a:lvl1pPr marL="0" indent="0" algn="ctr">
              <a:buNone/>
              <a:defRPr>
                <a:solidFill>
                  <a:schemeClr val="bg1"/>
                </a:solidFill>
              </a:defRPr>
            </a:lvl1pPr>
          </a:lstStyle>
          <a:p>
            <a:r>
              <a:rPr lang="en-US"/>
              <a:t>Click to insert photo</a:t>
            </a:r>
          </a:p>
        </p:txBody>
      </p:sp>
      <p:sp>
        <p:nvSpPr>
          <p:cNvPr id="6" name="Slide Number Placeholder 3">
            <a:extLst>
              <a:ext uri="{FF2B5EF4-FFF2-40B4-BE49-F238E27FC236}">
                <a16:creationId xmlns:a16="http://schemas.microsoft.com/office/drawing/2014/main" id="{3CD1A3F4-56E6-44A2-F6BA-77EC11C8529F}"/>
              </a:ext>
            </a:extLst>
          </p:cNvPr>
          <p:cNvSpPr>
            <a:spLocks noGrp="1"/>
          </p:cNvSpPr>
          <p:nvPr>
            <p:ph type="sldNum" sz="quarter" idx="4"/>
          </p:nvPr>
        </p:nvSpPr>
        <p:spPr>
          <a:xfrm>
            <a:off x="123554" y="6512009"/>
            <a:ext cx="462098" cy="222422"/>
          </a:xfrm>
          <a:prstGeom prst="rect">
            <a:avLst/>
          </a:prstGeom>
        </p:spPr>
        <p:txBody>
          <a:bodyPr vert="horz" lIns="91440" tIns="45720" rIns="91440" bIns="45720" rtlCol="0" anchor="ctr"/>
          <a:lstStyle>
            <a:lvl1pPr algn="l">
              <a:defRPr sz="1400">
                <a:solidFill>
                  <a:schemeClr val="bg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42695483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idebar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4CA485E-0E8B-9F15-5F04-03D336D7F488}"/>
              </a:ext>
              <a:ext uri="{C183D7F6-B498-43B3-948B-1728B52AA6E4}">
                <adec:decorative xmlns:adec="http://schemas.microsoft.com/office/drawing/2017/decorative" val="1"/>
              </a:ext>
            </a:extLst>
          </p:cNvPr>
          <p:cNvPicPr>
            <a:picLocks noChangeAspect="1"/>
          </p:cNvPicPr>
          <p:nvPr/>
        </p:nvPicPr>
        <p:blipFill rotWithShape="1">
          <a:blip r:embed="rId2"/>
          <a:srcRect r="84048"/>
          <a:stretch/>
        </p:blipFill>
        <p:spPr>
          <a:xfrm>
            <a:off x="794" y="0"/>
            <a:ext cx="1944711" cy="6858447"/>
          </a:xfrm>
          <a:prstGeom prst="rect">
            <a:avLst/>
          </a:prstGeom>
        </p:spPr>
      </p:pic>
      <p:sp>
        <p:nvSpPr>
          <p:cNvPr id="14" name="Rectangle 13">
            <a:extLst>
              <a:ext uri="{FF2B5EF4-FFF2-40B4-BE49-F238E27FC236}">
                <a16:creationId xmlns:a16="http://schemas.microsoft.com/office/drawing/2014/main" id="{4AED3097-84AA-5862-F8D0-BC7207A1C562}"/>
              </a:ext>
              <a:ext uri="{C183D7F6-B498-43B3-948B-1728B52AA6E4}">
                <adec:decorative xmlns:adec="http://schemas.microsoft.com/office/drawing/2017/decorative" val="1"/>
              </a:ext>
            </a:extLst>
          </p:cNvPr>
          <p:cNvSpPr/>
          <p:nvPr/>
        </p:nvSpPr>
        <p:spPr>
          <a:xfrm>
            <a:off x="1924725" y="0"/>
            <a:ext cx="23389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3" name="Picture 2" descr="Colorado State University symbol">
            <a:extLst>
              <a:ext uri="{FF2B5EF4-FFF2-40B4-BE49-F238E27FC236}">
                <a16:creationId xmlns:a16="http://schemas.microsoft.com/office/drawing/2014/main" id="{F146F9C0-7E8C-BFF4-F322-1B9DE073D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209" y="5796198"/>
            <a:ext cx="722920" cy="723014"/>
          </a:xfrm>
          <a:prstGeom prst="rect">
            <a:avLst/>
          </a:prstGeom>
        </p:spPr>
      </p:pic>
      <p:pic>
        <p:nvPicPr>
          <p:cNvPr id="10" name="Picture 9">
            <a:extLst>
              <a:ext uri="{FF2B5EF4-FFF2-40B4-BE49-F238E27FC236}">
                <a16:creationId xmlns:a16="http://schemas.microsoft.com/office/drawing/2014/main" id="{54A24BEA-BB70-0A76-015A-8BFD7EB868D7}"/>
              </a:ext>
              <a:ext uri="{C183D7F6-B498-43B3-948B-1728B52AA6E4}">
                <adec:decorative xmlns:adec="http://schemas.microsoft.com/office/drawing/2017/decorative" val="1"/>
              </a:ext>
            </a:extLst>
          </p:cNvPr>
          <p:cNvPicPr>
            <a:picLocks noChangeAspect="1"/>
          </p:cNvPicPr>
          <p:nvPr/>
        </p:nvPicPr>
        <p:blipFill rotWithShape="1">
          <a:blip r:embed="rId2"/>
          <a:srcRect l="15952" b="89458"/>
          <a:stretch/>
        </p:blipFill>
        <p:spPr>
          <a:xfrm>
            <a:off x="1945505" y="1"/>
            <a:ext cx="10246495" cy="723014"/>
          </a:xfrm>
          <a:prstGeom prst="rect">
            <a:avLst/>
          </a:prstGeom>
        </p:spPr>
      </p:pic>
      <p:sp>
        <p:nvSpPr>
          <p:cNvPr id="16" name="Title 1">
            <a:extLst>
              <a:ext uri="{FF2B5EF4-FFF2-40B4-BE49-F238E27FC236}">
                <a16:creationId xmlns:a16="http://schemas.microsoft.com/office/drawing/2014/main" id="{38E4A518-5FA6-422E-78D3-21ABCD78F9AA}"/>
              </a:ext>
            </a:extLst>
          </p:cNvPr>
          <p:cNvSpPr>
            <a:spLocks noGrp="1"/>
          </p:cNvSpPr>
          <p:nvPr>
            <p:ph type="title" hasCustomPrompt="1"/>
          </p:nvPr>
        </p:nvSpPr>
        <p:spPr>
          <a:xfrm>
            <a:off x="2697819" y="1038878"/>
            <a:ext cx="8959356" cy="923201"/>
          </a:xfrm>
        </p:spPr>
        <p:txBody>
          <a:bodyPr anchor="t" anchorCtr="0"/>
          <a:lstStyle>
            <a:lvl1pPr>
              <a:defRPr>
                <a:solidFill>
                  <a:schemeClr val="tx2"/>
                </a:solidFill>
              </a:defRPr>
            </a:lvl1pPr>
          </a:lstStyle>
          <a:p>
            <a:r>
              <a:rPr lang="en-US" dirty="0"/>
              <a:t>Headline</a:t>
            </a:r>
          </a:p>
        </p:txBody>
      </p:sp>
      <p:sp>
        <p:nvSpPr>
          <p:cNvPr id="17" name="Content Placeholder 2">
            <a:extLst>
              <a:ext uri="{FF2B5EF4-FFF2-40B4-BE49-F238E27FC236}">
                <a16:creationId xmlns:a16="http://schemas.microsoft.com/office/drawing/2014/main" id="{1BEA90C6-8F52-877D-2151-41D9FA2F2EC9}"/>
              </a:ext>
            </a:extLst>
          </p:cNvPr>
          <p:cNvSpPr>
            <a:spLocks noGrp="1"/>
          </p:cNvSpPr>
          <p:nvPr>
            <p:ph idx="1" hasCustomPrompt="1"/>
          </p:nvPr>
        </p:nvSpPr>
        <p:spPr>
          <a:xfrm>
            <a:off x="2697818" y="2005168"/>
            <a:ext cx="8959356"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2" name="Slide Number Placeholder 3">
            <a:extLst>
              <a:ext uri="{FF2B5EF4-FFF2-40B4-BE49-F238E27FC236}">
                <a16:creationId xmlns:a16="http://schemas.microsoft.com/office/drawing/2014/main" id="{2F596587-5715-BFF7-0FFD-2D41193E6F8C}"/>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88831746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op Bar and Conten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3307C8-7062-4247-432A-F4259380A629}"/>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3" y="0"/>
            <a:ext cx="12191207" cy="6858447"/>
          </a:xfrm>
          <a:prstGeom prst="rect">
            <a:avLst/>
          </a:prstGeom>
        </p:spPr>
      </p:pic>
      <p:pic>
        <p:nvPicPr>
          <p:cNvPr id="8" name="Picture 7" descr="Colorado State University symbol">
            <a:extLst>
              <a:ext uri="{FF2B5EF4-FFF2-40B4-BE49-F238E27FC236}">
                <a16:creationId xmlns:a16="http://schemas.microsoft.com/office/drawing/2014/main" id="{D12D5377-6199-8F49-2CFD-D9431C0036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57833" y="674118"/>
            <a:ext cx="722920" cy="723014"/>
          </a:xfrm>
          <a:prstGeom prst="rect">
            <a:avLst/>
          </a:prstGeom>
        </p:spPr>
      </p:pic>
      <p:sp>
        <p:nvSpPr>
          <p:cNvPr id="5" name="Title 1">
            <a:extLst>
              <a:ext uri="{FF2B5EF4-FFF2-40B4-BE49-F238E27FC236}">
                <a16:creationId xmlns:a16="http://schemas.microsoft.com/office/drawing/2014/main" id="{6395FAC7-B012-3C90-E0FE-8D2DFAB15762}"/>
              </a:ext>
            </a:extLst>
          </p:cNvPr>
          <p:cNvSpPr>
            <a:spLocks noGrp="1"/>
          </p:cNvSpPr>
          <p:nvPr>
            <p:ph type="title" hasCustomPrompt="1"/>
          </p:nvPr>
        </p:nvSpPr>
        <p:spPr>
          <a:xfrm>
            <a:off x="809630" y="1704800"/>
            <a:ext cx="10936893" cy="923201"/>
          </a:xfrm>
        </p:spPr>
        <p:txBody>
          <a:bodyPr anchor="t" anchorCtr="0"/>
          <a:lstStyle>
            <a:lvl1pPr>
              <a:defRPr>
                <a:solidFill>
                  <a:schemeClr val="tx2"/>
                </a:solidFill>
              </a:defRPr>
            </a:lvl1pPr>
          </a:lstStyle>
          <a:p>
            <a:r>
              <a:rPr lang="en-US" dirty="0"/>
              <a:t>Headline</a:t>
            </a:r>
          </a:p>
        </p:txBody>
      </p:sp>
      <p:sp>
        <p:nvSpPr>
          <p:cNvPr id="6" name="Content Placeholder 2">
            <a:extLst>
              <a:ext uri="{FF2B5EF4-FFF2-40B4-BE49-F238E27FC236}">
                <a16:creationId xmlns:a16="http://schemas.microsoft.com/office/drawing/2014/main" id="{F42DC5F9-E376-15D2-E4CF-2350E427D737}"/>
              </a:ext>
            </a:extLst>
          </p:cNvPr>
          <p:cNvSpPr>
            <a:spLocks noGrp="1"/>
          </p:cNvSpPr>
          <p:nvPr>
            <p:ph idx="1" hasCustomPrompt="1"/>
          </p:nvPr>
        </p:nvSpPr>
        <p:spPr>
          <a:xfrm>
            <a:off x="809630" y="2671091"/>
            <a:ext cx="10936893"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2" name="Slide Number Placeholder 3">
            <a:extLst>
              <a:ext uri="{FF2B5EF4-FFF2-40B4-BE49-F238E27FC236}">
                <a16:creationId xmlns:a16="http://schemas.microsoft.com/office/drawing/2014/main" id="{8397D50F-C7A3-D938-FD4B-49B55C368118}"/>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45827710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hart and Content">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8CB91771-9A35-C216-664E-38CB67BC30F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3" y="0"/>
            <a:ext cx="12191207" cy="6858447"/>
          </a:xfrm>
          <a:prstGeom prst="rect">
            <a:avLst/>
          </a:prstGeom>
        </p:spPr>
      </p:pic>
      <p:sp>
        <p:nvSpPr>
          <p:cNvPr id="20" name="Title Placeholder 1"/>
          <p:cNvSpPr>
            <a:spLocks noGrp="1"/>
          </p:cNvSpPr>
          <p:nvPr>
            <p:ph type="title" hasCustomPrompt="1"/>
          </p:nvPr>
        </p:nvSpPr>
        <p:spPr>
          <a:xfrm>
            <a:off x="7665828" y="2750763"/>
            <a:ext cx="3564263" cy="1210592"/>
          </a:xfrm>
          <a:prstGeom prst="rect">
            <a:avLst/>
          </a:prstGeom>
        </p:spPr>
        <p:txBody>
          <a:bodyPr vert="horz" wrap="square" lIns="101858" tIns="50929" rIns="101858" bIns="50929" rtlCol="0" anchor="t" anchorCtr="0">
            <a:spAutoFit/>
          </a:bodyPr>
          <a:lstStyle>
            <a:lvl1pPr>
              <a:defRPr sz="3599"/>
            </a:lvl1pPr>
          </a:lstStyle>
          <a:p>
            <a:r>
              <a:rPr lang="en-US" dirty="0"/>
              <a:t>Two-line</a:t>
            </a:r>
            <a:br>
              <a:rPr lang="en-US" dirty="0"/>
            </a:br>
            <a:r>
              <a:rPr lang="en-US" dirty="0"/>
              <a:t>Headline</a:t>
            </a:r>
          </a:p>
        </p:txBody>
      </p:sp>
      <p:sp>
        <p:nvSpPr>
          <p:cNvPr id="4" name="Text Placeholder 3"/>
          <p:cNvSpPr>
            <a:spLocks noGrp="1"/>
          </p:cNvSpPr>
          <p:nvPr>
            <p:ph type="body" sz="quarter" idx="11" hasCustomPrompt="1"/>
          </p:nvPr>
        </p:nvSpPr>
        <p:spPr>
          <a:xfrm>
            <a:off x="7665828" y="4107237"/>
            <a:ext cx="3564263" cy="441916"/>
          </a:xfrm>
        </p:spPr>
        <p:txBody>
          <a:bodyPr wrap="square">
            <a:spAutoFit/>
          </a:bodyPr>
          <a:lstStyle>
            <a:lvl1pPr marL="0" indent="0" algn="l">
              <a:lnSpc>
                <a:spcPct val="114000"/>
              </a:lnSpc>
              <a:buNone/>
              <a:defRPr/>
            </a:lvl1pPr>
          </a:lstStyle>
          <a:p>
            <a:pPr lvl="0"/>
            <a:r>
              <a:rPr lang="en-US" dirty="0"/>
              <a:t>Copy</a:t>
            </a:r>
          </a:p>
        </p:txBody>
      </p:sp>
      <p:sp>
        <p:nvSpPr>
          <p:cNvPr id="3" name="Chart Placeholder 2"/>
          <p:cNvSpPr>
            <a:spLocks noGrp="1"/>
          </p:cNvSpPr>
          <p:nvPr>
            <p:ph type="chart" sz="quarter" idx="12" hasCustomPrompt="1"/>
          </p:nvPr>
        </p:nvSpPr>
        <p:spPr>
          <a:xfrm>
            <a:off x="1070221" y="1086514"/>
            <a:ext cx="6055592" cy="4857087"/>
          </a:xfrm>
        </p:spPr>
        <p:txBody>
          <a:bodyPr anchor="ctr" anchorCtr="0">
            <a:normAutofit/>
          </a:bodyPr>
          <a:lstStyle>
            <a:lvl1pPr marL="0" indent="0" algn="ctr">
              <a:buNone/>
              <a:defRPr/>
            </a:lvl1pPr>
          </a:lstStyle>
          <a:p>
            <a:r>
              <a:rPr lang="en-US"/>
              <a:t>Click to add chart</a:t>
            </a:r>
          </a:p>
        </p:txBody>
      </p:sp>
      <p:sp>
        <p:nvSpPr>
          <p:cNvPr id="2" name="Slide Number Placeholder 3">
            <a:extLst>
              <a:ext uri="{FF2B5EF4-FFF2-40B4-BE49-F238E27FC236}">
                <a16:creationId xmlns:a16="http://schemas.microsoft.com/office/drawing/2014/main" id="{00A5CD19-1082-1512-97C9-96B79AEE0DD7}"/>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31782024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and Sidebar-Mountains">
    <p:bg>
      <p:bgRef idx="1001">
        <a:schemeClr val="bg2"/>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CC1413D-AA80-5916-E18A-87102AB436F5}"/>
              </a:ext>
              <a:ext uri="{C183D7F6-B498-43B3-948B-1728B52AA6E4}">
                <adec:decorative xmlns:adec="http://schemas.microsoft.com/office/drawing/2017/decorative" val="1"/>
              </a:ext>
            </a:extLst>
          </p:cNvPr>
          <p:cNvPicPr>
            <a:picLocks noChangeAspect="1"/>
          </p:cNvPicPr>
          <p:nvPr/>
        </p:nvPicPr>
        <p:blipFill rotWithShape="1">
          <a:blip r:embed="rId2"/>
          <a:srcRect l="-1" r="93100"/>
          <a:stretch/>
        </p:blipFill>
        <p:spPr>
          <a:xfrm>
            <a:off x="794" y="0"/>
            <a:ext cx="841276" cy="6858447"/>
          </a:xfrm>
          <a:prstGeom prst="rect">
            <a:avLst/>
          </a:prstGeom>
        </p:spPr>
      </p:pic>
      <p:pic>
        <p:nvPicPr>
          <p:cNvPr id="17" name="Picture 16">
            <a:extLst>
              <a:ext uri="{FF2B5EF4-FFF2-40B4-BE49-F238E27FC236}">
                <a16:creationId xmlns:a16="http://schemas.microsoft.com/office/drawing/2014/main" id="{264458B6-0897-B08E-BD63-D027D5128B57}"/>
              </a:ext>
              <a:ext uri="{C183D7F6-B498-43B3-948B-1728B52AA6E4}">
                <adec:decorative xmlns:adec="http://schemas.microsoft.com/office/drawing/2017/decorative" val="1"/>
              </a:ext>
            </a:extLst>
          </p:cNvPr>
          <p:cNvPicPr>
            <a:picLocks noChangeAspect="1"/>
          </p:cNvPicPr>
          <p:nvPr/>
        </p:nvPicPr>
        <p:blipFill rotWithShape="1">
          <a:blip r:embed="rId2"/>
          <a:srcRect l="6900" t="80305" r="5216"/>
          <a:stretch/>
        </p:blipFill>
        <p:spPr>
          <a:xfrm>
            <a:off x="842070" y="5507665"/>
            <a:ext cx="10714016" cy="1350782"/>
          </a:xfrm>
          <a:prstGeom prst="rect">
            <a:avLst/>
          </a:prstGeom>
        </p:spPr>
      </p:pic>
      <p:sp>
        <p:nvSpPr>
          <p:cNvPr id="5" name="Rectangle 4">
            <a:extLst>
              <a:ext uri="{FF2B5EF4-FFF2-40B4-BE49-F238E27FC236}">
                <a16:creationId xmlns:a16="http://schemas.microsoft.com/office/drawing/2014/main" id="{27A9E552-529E-77F4-951A-D05187C6CCAC}"/>
              </a:ext>
              <a:ext uri="{C183D7F6-B498-43B3-948B-1728B52AA6E4}">
                <adec:decorative xmlns:adec="http://schemas.microsoft.com/office/drawing/2017/decorative" val="1"/>
              </a:ext>
            </a:extLst>
          </p:cNvPr>
          <p:cNvSpPr/>
          <p:nvPr/>
        </p:nvSpPr>
        <p:spPr>
          <a:xfrm>
            <a:off x="8348318" y="0"/>
            <a:ext cx="23389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10" name="Picture 9" descr="A sun shining over a forest&#10;&#10;Description automatically generated">
            <a:extLst>
              <a:ext uri="{FF2B5EF4-FFF2-40B4-BE49-F238E27FC236}">
                <a16:creationId xmlns:a16="http://schemas.microsoft.com/office/drawing/2014/main" id="{14518560-1601-CEE2-6EE7-1F6CB75292A5}"/>
              </a:ext>
            </a:extLst>
          </p:cNvPr>
          <p:cNvPicPr>
            <a:picLocks noChangeAspect="1"/>
          </p:cNvPicPr>
          <p:nvPr/>
        </p:nvPicPr>
        <p:blipFill rotWithShape="1">
          <a:blip r:embed="rId3"/>
          <a:srcRect r="3022"/>
          <a:stretch/>
        </p:blipFill>
        <p:spPr>
          <a:xfrm>
            <a:off x="8589989" y="0"/>
            <a:ext cx="3602011" cy="6858000"/>
          </a:xfrm>
          <a:prstGeom prst="rect">
            <a:avLst/>
          </a:prstGeom>
        </p:spPr>
      </p:pic>
      <p:pic>
        <p:nvPicPr>
          <p:cNvPr id="2" name="Picture 1" descr="Colorado State University symbol">
            <a:extLst>
              <a:ext uri="{FF2B5EF4-FFF2-40B4-BE49-F238E27FC236}">
                <a16:creationId xmlns:a16="http://schemas.microsoft.com/office/drawing/2014/main" id="{BDCB5DD4-D483-68BD-4F84-B2C9099F76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3802" y="5773703"/>
            <a:ext cx="722920" cy="723014"/>
          </a:xfrm>
          <a:prstGeom prst="rect">
            <a:avLst/>
          </a:prstGeom>
        </p:spPr>
      </p:pic>
      <p:sp>
        <p:nvSpPr>
          <p:cNvPr id="15" name="Title 1">
            <a:extLst>
              <a:ext uri="{FF2B5EF4-FFF2-40B4-BE49-F238E27FC236}">
                <a16:creationId xmlns:a16="http://schemas.microsoft.com/office/drawing/2014/main" id="{D85F4885-CC1E-1EF1-E274-97D422B3CB7E}"/>
              </a:ext>
            </a:extLst>
          </p:cNvPr>
          <p:cNvSpPr>
            <a:spLocks noGrp="1"/>
          </p:cNvSpPr>
          <p:nvPr>
            <p:ph type="title" hasCustomPrompt="1"/>
          </p:nvPr>
        </p:nvSpPr>
        <p:spPr>
          <a:xfrm>
            <a:off x="1099643" y="520995"/>
            <a:ext cx="6756795" cy="1661737"/>
          </a:xfrm>
        </p:spPr>
        <p:txBody>
          <a:bodyPr anchor="t" anchorCtr="0"/>
          <a:lstStyle>
            <a:lvl1pPr>
              <a:defRPr>
                <a:solidFill>
                  <a:schemeClr val="tx2"/>
                </a:solidFill>
              </a:defRPr>
            </a:lvl1pPr>
          </a:lstStyle>
          <a:p>
            <a:r>
              <a:rPr lang="en-US" dirty="0"/>
              <a:t>Two-line</a:t>
            </a:r>
            <a:br>
              <a:rPr lang="en-US" dirty="0"/>
            </a:br>
            <a:r>
              <a:rPr lang="en-US" dirty="0"/>
              <a:t>Headline</a:t>
            </a:r>
          </a:p>
        </p:txBody>
      </p:sp>
      <p:sp>
        <p:nvSpPr>
          <p:cNvPr id="16" name="Content Placeholder 2">
            <a:extLst>
              <a:ext uri="{FF2B5EF4-FFF2-40B4-BE49-F238E27FC236}">
                <a16:creationId xmlns:a16="http://schemas.microsoft.com/office/drawing/2014/main" id="{2C52649C-B641-EC57-75DF-EF9D3DD7C85E}"/>
              </a:ext>
            </a:extLst>
          </p:cNvPr>
          <p:cNvSpPr>
            <a:spLocks noGrp="1"/>
          </p:cNvSpPr>
          <p:nvPr>
            <p:ph idx="1" hasCustomPrompt="1"/>
          </p:nvPr>
        </p:nvSpPr>
        <p:spPr>
          <a:xfrm>
            <a:off x="1099643" y="2321032"/>
            <a:ext cx="6756795"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4" name="Slide Number Placeholder 3">
            <a:extLst>
              <a:ext uri="{FF2B5EF4-FFF2-40B4-BE49-F238E27FC236}">
                <a16:creationId xmlns:a16="http://schemas.microsoft.com/office/drawing/2014/main" id="{F0265B62-AEED-B85E-3FF6-57ED771FE8C5}"/>
              </a:ext>
            </a:extLst>
          </p:cNvPr>
          <p:cNvSpPr>
            <a:spLocks noGrp="1"/>
          </p:cNvSpPr>
          <p:nvPr>
            <p:ph type="sldNum" sz="quarter" idx="4"/>
          </p:nvPr>
        </p:nvSpPr>
        <p:spPr>
          <a:xfrm>
            <a:off x="1102900" y="6512009"/>
            <a:ext cx="462098" cy="222422"/>
          </a:xfrm>
          <a:prstGeom prst="rect">
            <a:avLst/>
          </a:prstGeom>
        </p:spPr>
        <p:txBody>
          <a:bodyPr vert="horz" lIns="91440" tIns="45720" rIns="91440" bIns="45720" rtlCol="0" anchor="ctr"/>
          <a:lstStyle>
            <a:lvl1pPr algn="l">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0955355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and Sidebar-Oval">
    <p:bg>
      <p:bgRef idx="1001">
        <a:schemeClr val="bg2"/>
      </p:bgRef>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0CC1413D-AA80-5916-E18A-87102AB436F5}"/>
              </a:ext>
              <a:ext uri="{C183D7F6-B498-43B3-948B-1728B52AA6E4}">
                <adec:decorative xmlns:adec="http://schemas.microsoft.com/office/drawing/2017/decorative" val="1"/>
              </a:ext>
            </a:extLst>
          </p:cNvPr>
          <p:cNvPicPr>
            <a:picLocks noChangeAspect="1"/>
          </p:cNvPicPr>
          <p:nvPr/>
        </p:nvPicPr>
        <p:blipFill rotWithShape="1">
          <a:blip r:embed="rId2"/>
          <a:srcRect l="-1" r="93100"/>
          <a:stretch/>
        </p:blipFill>
        <p:spPr>
          <a:xfrm>
            <a:off x="794" y="0"/>
            <a:ext cx="841276" cy="6858447"/>
          </a:xfrm>
          <a:prstGeom prst="rect">
            <a:avLst/>
          </a:prstGeom>
        </p:spPr>
      </p:pic>
      <p:pic>
        <p:nvPicPr>
          <p:cNvPr id="17" name="Picture 16">
            <a:extLst>
              <a:ext uri="{FF2B5EF4-FFF2-40B4-BE49-F238E27FC236}">
                <a16:creationId xmlns:a16="http://schemas.microsoft.com/office/drawing/2014/main" id="{264458B6-0897-B08E-BD63-D027D5128B57}"/>
              </a:ext>
              <a:ext uri="{C183D7F6-B498-43B3-948B-1728B52AA6E4}">
                <adec:decorative xmlns:adec="http://schemas.microsoft.com/office/drawing/2017/decorative" val="1"/>
              </a:ext>
            </a:extLst>
          </p:cNvPr>
          <p:cNvPicPr>
            <a:picLocks noChangeAspect="1"/>
          </p:cNvPicPr>
          <p:nvPr/>
        </p:nvPicPr>
        <p:blipFill rotWithShape="1">
          <a:blip r:embed="rId2"/>
          <a:srcRect l="6900" t="80305" r="5216"/>
          <a:stretch/>
        </p:blipFill>
        <p:spPr>
          <a:xfrm>
            <a:off x="842070" y="5507665"/>
            <a:ext cx="10714016" cy="1350782"/>
          </a:xfrm>
          <a:prstGeom prst="rect">
            <a:avLst/>
          </a:prstGeom>
        </p:spPr>
      </p:pic>
      <p:sp>
        <p:nvSpPr>
          <p:cNvPr id="6" name="Rectangle 5">
            <a:extLst>
              <a:ext uri="{FF2B5EF4-FFF2-40B4-BE49-F238E27FC236}">
                <a16:creationId xmlns:a16="http://schemas.microsoft.com/office/drawing/2014/main" id="{AE5EE25A-A459-3620-F240-4DFA54D6D844}"/>
              </a:ext>
              <a:ext uri="{C183D7F6-B498-43B3-948B-1728B52AA6E4}">
                <adec:decorative xmlns:adec="http://schemas.microsoft.com/office/drawing/2017/decorative" val="1"/>
              </a:ext>
            </a:extLst>
          </p:cNvPr>
          <p:cNvSpPr/>
          <p:nvPr/>
        </p:nvSpPr>
        <p:spPr>
          <a:xfrm>
            <a:off x="8348318" y="0"/>
            <a:ext cx="23389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3" name="Picture 2" descr="A row of trees on a road&#10;&#10;Description automatically generated">
            <a:extLst>
              <a:ext uri="{FF2B5EF4-FFF2-40B4-BE49-F238E27FC236}">
                <a16:creationId xmlns:a16="http://schemas.microsoft.com/office/drawing/2014/main" id="{AC942C72-8EC5-C087-939D-9BC6B550B651}"/>
              </a:ext>
            </a:extLst>
          </p:cNvPr>
          <p:cNvPicPr>
            <a:picLocks noChangeAspect="1"/>
          </p:cNvPicPr>
          <p:nvPr/>
        </p:nvPicPr>
        <p:blipFill rotWithShape="1">
          <a:blip r:embed="rId3"/>
          <a:srcRect l="2834"/>
          <a:stretch/>
        </p:blipFill>
        <p:spPr>
          <a:xfrm>
            <a:off x="8582208" y="1"/>
            <a:ext cx="3608999" cy="6858000"/>
          </a:xfrm>
          <a:prstGeom prst="rect">
            <a:avLst/>
          </a:prstGeom>
        </p:spPr>
      </p:pic>
      <p:pic>
        <p:nvPicPr>
          <p:cNvPr id="8" name="Picture 7" descr="Colorado State University symbol">
            <a:extLst>
              <a:ext uri="{FF2B5EF4-FFF2-40B4-BE49-F238E27FC236}">
                <a16:creationId xmlns:a16="http://schemas.microsoft.com/office/drawing/2014/main" id="{34E038AC-1AE3-ED73-7036-C6CAB00FAF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03802" y="5773703"/>
            <a:ext cx="722920" cy="723014"/>
          </a:xfrm>
          <a:prstGeom prst="rect">
            <a:avLst/>
          </a:prstGeom>
        </p:spPr>
      </p:pic>
      <p:sp>
        <p:nvSpPr>
          <p:cNvPr id="15" name="Title 1">
            <a:extLst>
              <a:ext uri="{FF2B5EF4-FFF2-40B4-BE49-F238E27FC236}">
                <a16:creationId xmlns:a16="http://schemas.microsoft.com/office/drawing/2014/main" id="{D85F4885-CC1E-1EF1-E274-97D422B3CB7E}"/>
              </a:ext>
            </a:extLst>
          </p:cNvPr>
          <p:cNvSpPr>
            <a:spLocks noGrp="1"/>
          </p:cNvSpPr>
          <p:nvPr>
            <p:ph type="title" hasCustomPrompt="1"/>
          </p:nvPr>
        </p:nvSpPr>
        <p:spPr>
          <a:xfrm>
            <a:off x="1099643" y="520995"/>
            <a:ext cx="6756795" cy="1661737"/>
          </a:xfrm>
        </p:spPr>
        <p:txBody>
          <a:bodyPr anchor="t" anchorCtr="0"/>
          <a:lstStyle>
            <a:lvl1pPr>
              <a:defRPr>
                <a:solidFill>
                  <a:schemeClr val="tx2"/>
                </a:solidFill>
              </a:defRPr>
            </a:lvl1pPr>
          </a:lstStyle>
          <a:p>
            <a:r>
              <a:rPr lang="en-US" dirty="0"/>
              <a:t>Two-line</a:t>
            </a:r>
            <a:br>
              <a:rPr lang="en-US" dirty="0"/>
            </a:br>
            <a:r>
              <a:rPr lang="en-US" dirty="0"/>
              <a:t>Headline</a:t>
            </a:r>
          </a:p>
        </p:txBody>
      </p:sp>
      <p:sp>
        <p:nvSpPr>
          <p:cNvPr id="16" name="Content Placeholder 2">
            <a:extLst>
              <a:ext uri="{FF2B5EF4-FFF2-40B4-BE49-F238E27FC236}">
                <a16:creationId xmlns:a16="http://schemas.microsoft.com/office/drawing/2014/main" id="{2C52649C-B641-EC57-75DF-EF9D3DD7C85E}"/>
              </a:ext>
            </a:extLst>
          </p:cNvPr>
          <p:cNvSpPr>
            <a:spLocks noGrp="1"/>
          </p:cNvSpPr>
          <p:nvPr>
            <p:ph idx="1" hasCustomPrompt="1"/>
          </p:nvPr>
        </p:nvSpPr>
        <p:spPr>
          <a:xfrm>
            <a:off x="1099643" y="2321032"/>
            <a:ext cx="6756795"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2" name="Slide Number Placeholder 3">
            <a:extLst>
              <a:ext uri="{FF2B5EF4-FFF2-40B4-BE49-F238E27FC236}">
                <a16:creationId xmlns:a16="http://schemas.microsoft.com/office/drawing/2014/main" id="{F42F9FFF-7EB1-A7DB-B013-A716B683F643}"/>
              </a:ext>
            </a:extLst>
          </p:cNvPr>
          <p:cNvSpPr>
            <a:spLocks noGrp="1"/>
          </p:cNvSpPr>
          <p:nvPr>
            <p:ph type="sldNum" sz="quarter" idx="4"/>
          </p:nvPr>
        </p:nvSpPr>
        <p:spPr>
          <a:xfrm>
            <a:off x="1102900" y="6512009"/>
            <a:ext cx="462098" cy="222422"/>
          </a:xfrm>
          <a:prstGeom prst="rect">
            <a:avLst/>
          </a:prstGeom>
        </p:spPr>
        <p:txBody>
          <a:bodyPr vert="horz" lIns="91440" tIns="45720" rIns="91440" bIns="45720" rtlCol="0" anchor="ctr"/>
          <a:lstStyle>
            <a:lvl1pPr algn="l">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78510622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and Sidebar">
    <p:bg>
      <p:bgRef idx="1001">
        <a:schemeClr val="bg2"/>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FC866178-CBCD-77EF-8FAB-1F3C49A75436}"/>
              </a:ext>
              <a:ext uri="{C183D7F6-B498-43B3-948B-1728B52AA6E4}">
                <adec:decorative xmlns:adec="http://schemas.microsoft.com/office/drawing/2017/decorative" val="1"/>
              </a:ext>
            </a:extLst>
          </p:cNvPr>
          <p:cNvPicPr>
            <a:picLocks noChangeAspect="1"/>
          </p:cNvPicPr>
          <p:nvPr/>
        </p:nvPicPr>
        <p:blipFill rotWithShape="1">
          <a:blip r:embed="rId2"/>
          <a:srcRect l="-1" r="93100"/>
          <a:stretch/>
        </p:blipFill>
        <p:spPr>
          <a:xfrm>
            <a:off x="794" y="0"/>
            <a:ext cx="841276" cy="6858447"/>
          </a:xfrm>
          <a:prstGeom prst="rect">
            <a:avLst/>
          </a:prstGeom>
        </p:spPr>
      </p:pic>
      <p:sp>
        <p:nvSpPr>
          <p:cNvPr id="2" name="Picture Placeholder 9">
            <a:extLst>
              <a:ext uri="{FF2B5EF4-FFF2-40B4-BE49-F238E27FC236}">
                <a16:creationId xmlns:a16="http://schemas.microsoft.com/office/drawing/2014/main" id="{B7A48FE2-579B-81DF-FD0F-99223BB771EF}"/>
              </a:ext>
            </a:extLst>
          </p:cNvPr>
          <p:cNvSpPr>
            <a:spLocks noGrp="1"/>
          </p:cNvSpPr>
          <p:nvPr>
            <p:ph type="pic" sz="quarter" idx="17" hasCustomPrompt="1"/>
          </p:nvPr>
        </p:nvSpPr>
        <p:spPr>
          <a:xfrm>
            <a:off x="8589989" y="0"/>
            <a:ext cx="3584822" cy="6858000"/>
          </a:xfrm>
        </p:spPr>
        <p:txBody>
          <a:bodyPr anchor="ctr" anchorCtr="0">
            <a:noAutofit/>
          </a:bodyPr>
          <a:lstStyle>
            <a:lvl1pPr marL="0" indent="0" algn="ctr">
              <a:buNone/>
              <a:defRPr>
                <a:solidFill>
                  <a:schemeClr val="tx1"/>
                </a:solidFill>
              </a:defRPr>
            </a:lvl1pPr>
          </a:lstStyle>
          <a:p>
            <a:r>
              <a:rPr lang="en-US"/>
              <a:t>Click to insert photo</a:t>
            </a:r>
          </a:p>
        </p:txBody>
      </p:sp>
      <p:pic>
        <p:nvPicPr>
          <p:cNvPr id="3" name="Picture 2">
            <a:extLst>
              <a:ext uri="{FF2B5EF4-FFF2-40B4-BE49-F238E27FC236}">
                <a16:creationId xmlns:a16="http://schemas.microsoft.com/office/drawing/2014/main" id="{E50CAAFB-2C9A-D0BB-FC1C-BBDD98ACFB0E}"/>
              </a:ext>
              <a:ext uri="{C183D7F6-B498-43B3-948B-1728B52AA6E4}">
                <adec:decorative xmlns:adec="http://schemas.microsoft.com/office/drawing/2017/decorative" val="1"/>
              </a:ext>
            </a:extLst>
          </p:cNvPr>
          <p:cNvPicPr>
            <a:picLocks noChangeAspect="1"/>
          </p:cNvPicPr>
          <p:nvPr/>
        </p:nvPicPr>
        <p:blipFill rotWithShape="1">
          <a:blip r:embed="rId2"/>
          <a:srcRect l="6900" t="80305" r="31528"/>
          <a:stretch/>
        </p:blipFill>
        <p:spPr>
          <a:xfrm>
            <a:off x="842070" y="5507665"/>
            <a:ext cx="7506248" cy="1350782"/>
          </a:xfrm>
          <a:prstGeom prst="rect">
            <a:avLst/>
          </a:prstGeom>
        </p:spPr>
      </p:pic>
      <p:sp>
        <p:nvSpPr>
          <p:cNvPr id="8" name="Rectangle 7">
            <a:extLst>
              <a:ext uri="{FF2B5EF4-FFF2-40B4-BE49-F238E27FC236}">
                <a16:creationId xmlns:a16="http://schemas.microsoft.com/office/drawing/2014/main" id="{6282DB31-56E1-FB99-975F-6A13C48A2228}"/>
              </a:ext>
              <a:ext uri="{C183D7F6-B498-43B3-948B-1728B52AA6E4}">
                <adec:decorative xmlns:adec="http://schemas.microsoft.com/office/drawing/2017/decorative" val="1"/>
              </a:ext>
            </a:extLst>
          </p:cNvPr>
          <p:cNvSpPr/>
          <p:nvPr/>
        </p:nvSpPr>
        <p:spPr>
          <a:xfrm>
            <a:off x="8348318" y="0"/>
            <a:ext cx="23389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Title 1">
            <a:extLst>
              <a:ext uri="{FF2B5EF4-FFF2-40B4-BE49-F238E27FC236}">
                <a16:creationId xmlns:a16="http://schemas.microsoft.com/office/drawing/2014/main" id="{D85F4885-CC1E-1EF1-E274-97D422B3CB7E}"/>
              </a:ext>
            </a:extLst>
          </p:cNvPr>
          <p:cNvSpPr>
            <a:spLocks noGrp="1"/>
          </p:cNvSpPr>
          <p:nvPr>
            <p:ph type="title" hasCustomPrompt="1"/>
          </p:nvPr>
        </p:nvSpPr>
        <p:spPr>
          <a:xfrm>
            <a:off x="1099643" y="520995"/>
            <a:ext cx="6756795" cy="1661737"/>
          </a:xfrm>
        </p:spPr>
        <p:txBody>
          <a:bodyPr anchor="t" anchorCtr="0"/>
          <a:lstStyle>
            <a:lvl1pPr>
              <a:defRPr>
                <a:solidFill>
                  <a:schemeClr val="tx2"/>
                </a:solidFill>
              </a:defRPr>
            </a:lvl1pPr>
          </a:lstStyle>
          <a:p>
            <a:r>
              <a:rPr lang="en-US" dirty="0"/>
              <a:t>Two-line</a:t>
            </a:r>
            <a:br>
              <a:rPr lang="en-US" dirty="0"/>
            </a:br>
            <a:r>
              <a:rPr lang="en-US" dirty="0"/>
              <a:t>Headline</a:t>
            </a:r>
          </a:p>
        </p:txBody>
      </p:sp>
      <p:sp>
        <p:nvSpPr>
          <p:cNvPr id="16" name="Content Placeholder 2">
            <a:extLst>
              <a:ext uri="{FF2B5EF4-FFF2-40B4-BE49-F238E27FC236}">
                <a16:creationId xmlns:a16="http://schemas.microsoft.com/office/drawing/2014/main" id="{2C52649C-B641-EC57-75DF-EF9D3DD7C85E}"/>
              </a:ext>
            </a:extLst>
          </p:cNvPr>
          <p:cNvSpPr>
            <a:spLocks noGrp="1"/>
          </p:cNvSpPr>
          <p:nvPr>
            <p:ph idx="1" hasCustomPrompt="1"/>
          </p:nvPr>
        </p:nvSpPr>
        <p:spPr>
          <a:xfrm>
            <a:off x="1099643" y="2321032"/>
            <a:ext cx="6756795"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4" name="Slide Number Placeholder 3">
            <a:extLst>
              <a:ext uri="{FF2B5EF4-FFF2-40B4-BE49-F238E27FC236}">
                <a16:creationId xmlns:a16="http://schemas.microsoft.com/office/drawing/2014/main" id="{30222878-7E9A-81E8-7BD4-EA17ADD9C683}"/>
              </a:ext>
            </a:extLst>
          </p:cNvPr>
          <p:cNvSpPr>
            <a:spLocks noGrp="1"/>
          </p:cNvSpPr>
          <p:nvPr>
            <p:ph type="sldNum" sz="quarter" idx="4"/>
          </p:nvPr>
        </p:nvSpPr>
        <p:spPr>
          <a:xfrm>
            <a:off x="1102900" y="6512009"/>
            <a:ext cx="462098" cy="222422"/>
          </a:xfrm>
          <a:prstGeom prst="rect">
            <a:avLst/>
          </a:prstGeom>
        </p:spPr>
        <p:txBody>
          <a:bodyPr vert="horz" lIns="91440" tIns="45720" rIns="91440" bIns="45720" rtlCol="0" anchor="ctr"/>
          <a:lstStyle>
            <a:lvl1pPr algn="l">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90742340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20" name="Title Placeholder 1"/>
          <p:cNvSpPr>
            <a:spLocks noGrp="1"/>
          </p:cNvSpPr>
          <p:nvPr>
            <p:ph type="title" hasCustomPrompt="1"/>
          </p:nvPr>
        </p:nvSpPr>
        <p:spPr>
          <a:xfrm>
            <a:off x="1797090" y="2454768"/>
            <a:ext cx="8597822" cy="923201"/>
          </a:xfrm>
          <a:prstGeom prst="rect">
            <a:avLst/>
          </a:prstGeom>
        </p:spPr>
        <p:txBody>
          <a:bodyPr vert="horz" wrap="square" lIns="91440" tIns="91440" rIns="91440" bIns="91440" rtlCol="0" anchor="ctr" anchorCtr="0">
            <a:spAutoFit/>
          </a:bodyPr>
          <a:lstStyle>
            <a:lvl1pPr algn="ctr">
              <a:defRPr>
                <a:solidFill>
                  <a:schemeClr val="tx1"/>
                </a:solidFill>
              </a:defRPr>
            </a:lvl1pPr>
          </a:lstStyle>
          <a:p>
            <a:r>
              <a:rPr lang="en-US" dirty="0"/>
              <a:t>“Quote”</a:t>
            </a:r>
          </a:p>
        </p:txBody>
      </p:sp>
      <p:grpSp>
        <p:nvGrpSpPr>
          <p:cNvPr id="4" name="Group 3">
            <a:extLst>
              <a:ext uri="{FF2B5EF4-FFF2-40B4-BE49-F238E27FC236}">
                <a16:creationId xmlns:a16="http://schemas.microsoft.com/office/drawing/2014/main" id="{922027ED-012B-7407-85EE-A5994FEE1EFB}"/>
              </a:ext>
              <a:ext uri="{C183D7F6-B498-43B3-948B-1728B52AA6E4}">
                <adec:decorative xmlns:adec="http://schemas.microsoft.com/office/drawing/2017/decorative" val="1"/>
              </a:ext>
            </a:extLst>
          </p:cNvPr>
          <p:cNvGrpSpPr/>
          <p:nvPr/>
        </p:nvGrpSpPr>
        <p:grpSpPr>
          <a:xfrm>
            <a:off x="0" y="6324601"/>
            <a:ext cx="3691673" cy="533399"/>
            <a:chOff x="0" y="568749"/>
            <a:chExt cx="7384308" cy="1191643"/>
          </a:xfrm>
        </p:grpSpPr>
        <p:sp>
          <p:nvSpPr>
            <p:cNvPr id="5" name="Rectangle 4">
              <a:extLst>
                <a:ext uri="{FF2B5EF4-FFF2-40B4-BE49-F238E27FC236}">
                  <a16:creationId xmlns:a16="http://schemas.microsoft.com/office/drawing/2014/main" id="{AA6BD615-3100-6B0D-80AF-6148FF436E62}"/>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52AB864A-DFC1-8ACE-87E4-E92DA290916C}"/>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A3CAA52F-343B-3FE3-30E3-295C4517EB1E}"/>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BEDB2290-3E87-EBEE-B7C5-B036F1C77117}"/>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0DFFB4E1-F274-B073-8E7E-CB2544A6D761}"/>
                </a:ext>
              </a:extLst>
            </p:cNvPr>
            <p:cNvSpPr/>
            <p:nvPr userDrawn="1"/>
          </p:nvSpPr>
          <p:spPr>
            <a:xfrm rot="16200000">
              <a:off x="1960153"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CB2F0147-429D-9A58-82F4-19D9B4664D4E}"/>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47891A34-14D2-ADB6-1169-740DA5910940}"/>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C209C2B3-142D-5E44-1175-183720B6E55A}"/>
                </a:ext>
              </a:extLst>
            </p:cNvPr>
            <p:cNvSpPr/>
            <p:nvPr userDrawn="1"/>
          </p:nvSpPr>
          <p:spPr>
            <a:xfrm rot="16200000">
              <a:off x="366442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0B945597-6F58-A8E5-A24B-B3C67DA5490A}"/>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86207D62-8D62-B822-1E45-17C921014CC7}"/>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92A9CCBA-B6CB-7D13-11F8-8B53466883D9}"/>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B0D55400-2F92-5A7A-37B5-17CD27C2DC73}"/>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EFE0A2EF-4B95-657F-0869-CC36FA292DB5}"/>
                </a:ext>
              </a:extLst>
            </p:cNvPr>
            <p:cNvSpPr/>
            <p:nvPr userDrawn="1"/>
          </p:nvSpPr>
          <p:spPr>
            <a:xfrm rot="16200000">
              <a:off x="650487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3" name="Picture 2">
            <a:extLst>
              <a:ext uri="{FF2B5EF4-FFF2-40B4-BE49-F238E27FC236}">
                <a16:creationId xmlns:a16="http://schemas.microsoft.com/office/drawing/2014/main" id="{8B2A8B82-B1AD-9FF9-67E7-3FDE201E7BD8}"/>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6323877"/>
            <a:ext cx="8500327" cy="532065"/>
          </a:xfrm>
          <a:prstGeom prst="rect">
            <a:avLst/>
          </a:prstGeom>
        </p:spPr>
      </p:pic>
      <p:sp>
        <p:nvSpPr>
          <p:cNvPr id="2" name="Slide Number Placeholder 3">
            <a:extLst>
              <a:ext uri="{FF2B5EF4-FFF2-40B4-BE49-F238E27FC236}">
                <a16:creationId xmlns:a16="http://schemas.microsoft.com/office/drawing/2014/main" id="{7672AE2E-C5C4-44D6-2A12-46A2082FB2F2}"/>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rgbClr val="000000"/>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531538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lumns-Color Bars">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2440F7-CED7-BA5A-F03A-60FEE65F999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93" y="0"/>
            <a:ext cx="12191207" cy="6858447"/>
          </a:xfrm>
          <a:prstGeom prst="rect">
            <a:avLst/>
          </a:prstGeom>
        </p:spPr>
      </p:pic>
      <p:sp>
        <p:nvSpPr>
          <p:cNvPr id="5" name="Title 4">
            <a:extLst>
              <a:ext uri="{FF2B5EF4-FFF2-40B4-BE49-F238E27FC236}">
                <a16:creationId xmlns:a16="http://schemas.microsoft.com/office/drawing/2014/main" id="{129CFA67-6F27-DC17-19C2-9CAB7BCE34B4}"/>
              </a:ext>
            </a:extLst>
          </p:cNvPr>
          <p:cNvSpPr>
            <a:spLocks noGrp="1"/>
          </p:cNvSpPr>
          <p:nvPr>
            <p:ph type="title" hasCustomPrompt="1"/>
          </p:nvPr>
        </p:nvSpPr>
        <p:spPr>
          <a:xfrm>
            <a:off x="1302554" y="894395"/>
            <a:ext cx="10252570" cy="923201"/>
          </a:xfrm>
        </p:spPr>
        <p:txBody>
          <a:bodyPr/>
          <a:lstStyle/>
          <a:p>
            <a:r>
              <a:rPr lang="en-US" dirty="0"/>
              <a:t>Headline</a:t>
            </a:r>
          </a:p>
        </p:txBody>
      </p:sp>
      <p:sp>
        <p:nvSpPr>
          <p:cNvPr id="12" name="Text Placeholder 24"/>
          <p:cNvSpPr>
            <a:spLocks noGrp="1"/>
          </p:cNvSpPr>
          <p:nvPr>
            <p:ph type="body" sz="quarter" idx="10" hasCustomPrompt="1"/>
          </p:nvPr>
        </p:nvSpPr>
        <p:spPr>
          <a:xfrm>
            <a:off x="1302555" y="2090896"/>
            <a:ext cx="3037468"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14" name="Text Placeholder 24"/>
          <p:cNvSpPr>
            <a:spLocks noGrp="1"/>
          </p:cNvSpPr>
          <p:nvPr>
            <p:ph type="body" sz="quarter" idx="11" hasCustomPrompt="1"/>
          </p:nvPr>
        </p:nvSpPr>
        <p:spPr>
          <a:xfrm>
            <a:off x="4910105" y="2090896"/>
            <a:ext cx="3037468"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15" name="Text Placeholder 24"/>
          <p:cNvSpPr>
            <a:spLocks noGrp="1"/>
          </p:cNvSpPr>
          <p:nvPr>
            <p:ph type="body" sz="quarter" idx="12" hasCustomPrompt="1"/>
          </p:nvPr>
        </p:nvSpPr>
        <p:spPr>
          <a:xfrm>
            <a:off x="8517656" y="2090896"/>
            <a:ext cx="3037468"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2" name="Slide Number Placeholder 3">
            <a:extLst>
              <a:ext uri="{FF2B5EF4-FFF2-40B4-BE49-F238E27FC236}">
                <a16:creationId xmlns:a16="http://schemas.microsoft.com/office/drawing/2014/main" id="{E8697D4B-8432-9C6E-B48E-E03539E44DB1}"/>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1075073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lumns-Sidebar">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367D14-DC84-37FE-9353-9AFB12EA160C}"/>
              </a:ext>
              <a:ext uri="{C183D7F6-B498-43B3-948B-1728B52AA6E4}">
                <adec:decorative xmlns:adec="http://schemas.microsoft.com/office/drawing/2017/decorative" val="1"/>
              </a:ext>
            </a:extLst>
          </p:cNvPr>
          <p:cNvPicPr>
            <a:picLocks noChangeAspect="1"/>
          </p:cNvPicPr>
          <p:nvPr/>
        </p:nvPicPr>
        <p:blipFill rotWithShape="1">
          <a:blip r:embed="rId2"/>
          <a:srcRect r="84048"/>
          <a:stretch/>
        </p:blipFill>
        <p:spPr>
          <a:xfrm>
            <a:off x="794" y="0"/>
            <a:ext cx="1944711" cy="6858447"/>
          </a:xfrm>
          <a:prstGeom prst="rect">
            <a:avLst/>
          </a:prstGeom>
        </p:spPr>
      </p:pic>
      <p:sp>
        <p:nvSpPr>
          <p:cNvPr id="8" name="Rectangle 7">
            <a:extLst>
              <a:ext uri="{FF2B5EF4-FFF2-40B4-BE49-F238E27FC236}">
                <a16:creationId xmlns:a16="http://schemas.microsoft.com/office/drawing/2014/main" id="{AF38DA7F-E3F5-8F2E-74C2-ED9978E062A1}"/>
              </a:ext>
              <a:ext uri="{C183D7F6-B498-43B3-948B-1728B52AA6E4}">
                <adec:decorative xmlns:adec="http://schemas.microsoft.com/office/drawing/2017/decorative" val="1"/>
              </a:ext>
            </a:extLst>
          </p:cNvPr>
          <p:cNvSpPr/>
          <p:nvPr/>
        </p:nvSpPr>
        <p:spPr>
          <a:xfrm>
            <a:off x="1924725" y="0"/>
            <a:ext cx="23389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9" name="Picture 8" descr="Colorado State University symbol">
            <a:extLst>
              <a:ext uri="{FF2B5EF4-FFF2-40B4-BE49-F238E27FC236}">
                <a16:creationId xmlns:a16="http://schemas.microsoft.com/office/drawing/2014/main" id="{E74486EA-1727-AA76-BCAA-5245CDDF5B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0209" y="5796198"/>
            <a:ext cx="722920" cy="723014"/>
          </a:xfrm>
          <a:prstGeom prst="rect">
            <a:avLst/>
          </a:prstGeom>
        </p:spPr>
      </p:pic>
      <p:sp>
        <p:nvSpPr>
          <p:cNvPr id="11" name="Title 4">
            <a:extLst>
              <a:ext uri="{FF2B5EF4-FFF2-40B4-BE49-F238E27FC236}">
                <a16:creationId xmlns:a16="http://schemas.microsoft.com/office/drawing/2014/main" id="{B10D2022-1C46-B33B-9D3B-B229B82C7315}"/>
              </a:ext>
            </a:extLst>
          </p:cNvPr>
          <p:cNvSpPr>
            <a:spLocks noGrp="1"/>
          </p:cNvSpPr>
          <p:nvPr>
            <p:ph type="title" hasCustomPrompt="1"/>
          </p:nvPr>
        </p:nvSpPr>
        <p:spPr>
          <a:xfrm>
            <a:off x="2584601" y="207776"/>
            <a:ext cx="9067225" cy="923201"/>
          </a:xfrm>
        </p:spPr>
        <p:txBody>
          <a:bodyPr/>
          <a:lstStyle/>
          <a:p>
            <a:r>
              <a:rPr lang="en-US" dirty="0"/>
              <a:t>Headline</a:t>
            </a:r>
          </a:p>
        </p:txBody>
      </p:sp>
      <p:sp>
        <p:nvSpPr>
          <p:cNvPr id="12" name="Text Placeholder 24"/>
          <p:cNvSpPr>
            <a:spLocks noGrp="1"/>
          </p:cNvSpPr>
          <p:nvPr>
            <p:ph type="body" sz="quarter" idx="10" hasCustomPrompt="1"/>
          </p:nvPr>
        </p:nvSpPr>
        <p:spPr>
          <a:xfrm>
            <a:off x="2584602" y="1415430"/>
            <a:ext cx="2713657"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14" name="Text Placeholder 24"/>
          <p:cNvSpPr>
            <a:spLocks noGrp="1"/>
          </p:cNvSpPr>
          <p:nvPr>
            <p:ph type="body" sz="quarter" idx="11" hasCustomPrompt="1"/>
          </p:nvPr>
        </p:nvSpPr>
        <p:spPr>
          <a:xfrm>
            <a:off x="5761386" y="1415430"/>
            <a:ext cx="2713657"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15" name="Text Placeholder 24"/>
          <p:cNvSpPr>
            <a:spLocks noGrp="1"/>
          </p:cNvSpPr>
          <p:nvPr>
            <p:ph type="body" sz="quarter" idx="12" hasCustomPrompt="1"/>
          </p:nvPr>
        </p:nvSpPr>
        <p:spPr>
          <a:xfrm>
            <a:off x="8938170" y="1415430"/>
            <a:ext cx="2713657" cy="520079"/>
          </a:xfrm>
        </p:spPr>
        <p:txBody>
          <a:bodyPr wrap="square" numCol="1" anchor="ctr" anchorCtr="0">
            <a:spAutoFit/>
          </a:bodyPr>
          <a:lstStyle>
            <a:lvl1pPr marL="0" indent="0" algn="ctr">
              <a:buNone/>
              <a:defRPr sz="2000" baseline="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p:txBody>
      </p:sp>
      <p:sp>
        <p:nvSpPr>
          <p:cNvPr id="2" name="Slide Number Placeholder 3">
            <a:extLst>
              <a:ext uri="{FF2B5EF4-FFF2-40B4-BE49-F238E27FC236}">
                <a16:creationId xmlns:a16="http://schemas.microsoft.com/office/drawing/2014/main" id="{82F58C89-8A08-333D-6958-95A00A0BA13B}"/>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9772143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hoto and Green Bar">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7951289" cy="6858000"/>
          </a:xfrm>
        </p:spPr>
        <p:txBody>
          <a:bodyPr anchor="ctr" anchorCtr="0">
            <a:noAutofit/>
          </a:bodyPr>
          <a:lstStyle>
            <a:lvl1pPr marL="0" indent="0" algn="ctr">
              <a:buNone/>
              <a:defRPr baseline="0"/>
            </a:lvl1pPr>
          </a:lstStyle>
          <a:p>
            <a:r>
              <a:rPr lang="en-US"/>
              <a:t>Click to insert photo</a:t>
            </a:r>
          </a:p>
        </p:txBody>
      </p:sp>
      <p:pic>
        <p:nvPicPr>
          <p:cNvPr id="8" name="Picture 7">
            <a:extLst>
              <a:ext uri="{FF2B5EF4-FFF2-40B4-BE49-F238E27FC236}">
                <a16:creationId xmlns:a16="http://schemas.microsoft.com/office/drawing/2014/main" id="{13CB5CA8-1D33-D57A-0D5B-9F0C565ED12F}"/>
              </a:ext>
              <a:ext uri="{C183D7F6-B498-43B3-948B-1728B52AA6E4}">
                <adec:decorative xmlns:adec="http://schemas.microsoft.com/office/drawing/2017/decorative" val="1"/>
              </a:ext>
            </a:extLst>
          </p:cNvPr>
          <p:cNvPicPr>
            <a:picLocks noChangeAspect="1"/>
          </p:cNvPicPr>
          <p:nvPr/>
        </p:nvPicPr>
        <p:blipFill rotWithShape="1">
          <a:blip r:embed="rId2"/>
          <a:srcRect l="2279" t="10488"/>
          <a:stretch/>
        </p:blipFill>
        <p:spPr>
          <a:xfrm rot="10800000">
            <a:off x="8068235" y="0"/>
            <a:ext cx="4123765" cy="6858000"/>
          </a:xfrm>
          <a:prstGeom prst="rect">
            <a:avLst/>
          </a:prstGeom>
        </p:spPr>
      </p:pic>
      <p:sp>
        <p:nvSpPr>
          <p:cNvPr id="9" name="Rectangle 8">
            <a:extLst>
              <a:ext uri="{FF2B5EF4-FFF2-40B4-BE49-F238E27FC236}">
                <a16:creationId xmlns:a16="http://schemas.microsoft.com/office/drawing/2014/main" id="{0FB33A28-D647-6609-0C80-6EA99E415953}"/>
              </a:ext>
              <a:ext uri="{C183D7F6-B498-43B3-948B-1728B52AA6E4}">
                <adec:decorative xmlns:adec="http://schemas.microsoft.com/office/drawing/2017/decorative" val="1"/>
              </a:ext>
            </a:extLst>
          </p:cNvPr>
          <p:cNvSpPr/>
          <p:nvPr/>
        </p:nvSpPr>
        <p:spPr>
          <a:xfrm>
            <a:off x="7951289" y="-1"/>
            <a:ext cx="23389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 name="Text Placeholder 3"/>
          <p:cNvSpPr>
            <a:spLocks noGrp="1"/>
          </p:cNvSpPr>
          <p:nvPr>
            <p:ph type="body" sz="quarter" idx="11" hasCustomPrompt="1"/>
          </p:nvPr>
        </p:nvSpPr>
        <p:spPr>
          <a:xfrm>
            <a:off x="8435788" y="3429000"/>
            <a:ext cx="3388659" cy="441916"/>
          </a:xfrm>
        </p:spPr>
        <p:txBody>
          <a:bodyPr wrap="square">
            <a:spAutoFit/>
          </a:bodyPr>
          <a:lstStyle>
            <a:lvl1pPr marL="0" indent="0" algn="ctr">
              <a:lnSpc>
                <a:spcPct val="114000"/>
              </a:lnSpc>
              <a:buNone/>
              <a:defRPr baseline="0">
                <a:solidFill>
                  <a:schemeClr val="bg1"/>
                </a:solidFill>
              </a:defRPr>
            </a:lvl1pPr>
          </a:lstStyle>
          <a:p>
            <a:pPr lvl="0"/>
            <a:r>
              <a:rPr lang="en-US" dirty="0"/>
              <a:t>Copy</a:t>
            </a:r>
          </a:p>
        </p:txBody>
      </p:sp>
      <p:sp>
        <p:nvSpPr>
          <p:cNvPr id="11" name="Title Placeholder 1"/>
          <p:cNvSpPr>
            <a:spLocks noGrp="1"/>
          </p:cNvSpPr>
          <p:nvPr>
            <p:ph type="title" hasCustomPrompt="1"/>
          </p:nvPr>
        </p:nvSpPr>
        <p:spPr>
          <a:xfrm>
            <a:off x="8435788" y="2571963"/>
            <a:ext cx="3388659" cy="518223"/>
          </a:xfrm>
          <a:prstGeom prst="rect">
            <a:avLst/>
          </a:prstGeom>
        </p:spPr>
        <p:txBody>
          <a:bodyPr vert="horz" wrap="square" lIns="101858" tIns="50929" rIns="101858" bIns="50929" rtlCol="0" anchor="b" anchorCtr="0">
            <a:spAutoFit/>
          </a:bodyPr>
          <a:lstStyle>
            <a:lvl1pPr algn="ctr">
              <a:defRPr sz="2699" b="0">
                <a:solidFill>
                  <a:schemeClr val="bg1"/>
                </a:solidFill>
              </a:defRPr>
            </a:lvl1pPr>
          </a:lstStyle>
          <a:p>
            <a:r>
              <a:rPr lang="en-US" dirty="0"/>
              <a:t>Headline</a:t>
            </a:r>
          </a:p>
        </p:txBody>
      </p:sp>
      <p:sp>
        <p:nvSpPr>
          <p:cNvPr id="5" name="Slide Number Placeholder 3">
            <a:extLst>
              <a:ext uri="{FF2B5EF4-FFF2-40B4-BE49-F238E27FC236}">
                <a16:creationId xmlns:a16="http://schemas.microsoft.com/office/drawing/2014/main" id="{823C1988-8971-9C59-BDE8-BC869EA85B11}"/>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bg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01034701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and Photo">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8A584C64-A914-822E-A0BB-375E897CD8BA}"/>
              </a:ext>
              <a:ext uri="{C183D7F6-B498-43B3-948B-1728B52AA6E4}">
                <adec:decorative xmlns:adec="http://schemas.microsoft.com/office/drawing/2017/decorative" val="1"/>
              </a:ext>
            </a:extLst>
          </p:cNvPr>
          <p:cNvGrpSpPr/>
          <p:nvPr/>
        </p:nvGrpSpPr>
        <p:grpSpPr>
          <a:xfrm>
            <a:off x="0" y="1"/>
            <a:ext cx="595745" cy="1981200"/>
            <a:chOff x="23195532" y="179377"/>
            <a:chExt cx="1191645" cy="3952951"/>
          </a:xfrm>
        </p:grpSpPr>
        <p:sp>
          <p:nvSpPr>
            <p:cNvPr id="4" name="Rectangle 3">
              <a:extLst>
                <a:ext uri="{FF2B5EF4-FFF2-40B4-BE49-F238E27FC236}">
                  <a16:creationId xmlns:a16="http://schemas.microsoft.com/office/drawing/2014/main" id="{801BE646-2679-41E3-CEB5-2DD4A90CE1C6}"/>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 name="Rectangle 4">
              <a:extLst>
                <a:ext uri="{FF2B5EF4-FFF2-40B4-BE49-F238E27FC236}">
                  <a16:creationId xmlns:a16="http://schemas.microsoft.com/office/drawing/2014/main" id="{CD082E90-8AC0-2284-E1DB-33E0BDA450B6}"/>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06DA3119-45E8-4CA2-315E-F2CF9CBE15CE}"/>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35AD474F-9AA3-103A-C4A9-09C689687EE1}"/>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451CED52-3D32-5A87-9350-1D2CB3612122}"/>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77C670C8-1DCB-9B2F-3719-8994E2876370}"/>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0A3FA346-5A9F-773A-7320-A028253E30BF}"/>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15" name="Picture 14">
            <a:extLst>
              <a:ext uri="{FF2B5EF4-FFF2-40B4-BE49-F238E27FC236}">
                <a16:creationId xmlns:a16="http://schemas.microsoft.com/office/drawing/2014/main" id="{171B610E-3267-1CA7-77AC-581280028E48}"/>
              </a:ext>
              <a:ext uri="{C183D7F6-B498-43B3-948B-1728B52AA6E4}">
                <adec:decorative xmlns:adec="http://schemas.microsoft.com/office/drawing/2017/decorative" val="1"/>
              </a:ext>
            </a:extLst>
          </p:cNvPr>
          <p:cNvPicPr>
            <a:picLocks noChangeAspect="1"/>
          </p:cNvPicPr>
          <p:nvPr/>
        </p:nvPicPr>
        <p:blipFill rotWithShape="1">
          <a:blip r:embed="rId2"/>
          <a:srcRect l="1" r="39071"/>
          <a:stretch/>
        </p:blipFill>
        <p:spPr>
          <a:xfrm>
            <a:off x="0" y="1981200"/>
            <a:ext cx="595744" cy="4876800"/>
          </a:xfrm>
          <a:prstGeom prst="rect">
            <a:avLst/>
          </a:prstGeom>
        </p:spPr>
      </p:pic>
      <p:sp>
        <p:nvSpPr>
          <p:cNvPr id="14" name="Rectangle 13">
            <a:extLst>
              <a:ext uri="{FF2B5EF4-FFF2-40B4-BE49-F238E27FC236}">
                <a16:creationId xmlns:a16="http://schemas.microsoft.com/office/drawing/2014/main" id="{95391DFD-1F77-AEF7-99E8-EB336BCE8F9E}"/>
              </a:ext>
              <a:ext uri="{C183D7F6-B498-43B3-948B-1728B52AA6E4}">
                <adec:decorative xmlns:adec="http://schemas.microsoft.com/office/drawing/2017/decorative" val="1"/>
              </a:ext>
            </a:extLst>
          </p:cNvPr>
          <p:cNvSpPr/>
          <p:nvPr/>
        </p:nvSpPr>
        <p:spPr>
          <a:xfrm flipH="1">
            <a:off x="595744"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Title 1"/>
          <p:cNvSpPr>
            <a:spLocks noGrp="1"/>
          </p:cNvSpPr>
          <p:nvPr>
            <p:ph type="title" hasCustomPrompt="1"/>
          </p:nvPr>
        </p:nvSpPr>
        <p:spPr>
          <a:xfrm>
            <a:off x="1248853" y="857601"/>
            <a:ext cx="4290357" cy="1661737"/>
          </a:xfrm>
        </p:spPr>
        <p:txBody>
          <a:bodyPr anchor="t" anchorCtr="0"/>
          <a:lstStyle>
            <a:lvl1pPr>
              <a:defRPr>
                <a:solidFill>
                  <a:schemeClr val="tx2"/>
                </a:solidFill>
              </a:defRPr>
            </a:lvl1pPr>
          </a:lstStyle>
          <a:p>
            <a:r>
              <a:rPr lang="en-US" dirty="0"/>
              <a:t>Two-line</a:t>
            </a:r>
            <a:br>
              <a:rPr lang="en-US" dirty="0"/>
            </a:br>
            <a:r>
              <a:rPr lang="en-US" dirty="0"/>
              <a:t>Headline</a:t>
            </a:r>
          </a:p>
        </p:txBody>
      </p:sp>
      <p:sp>
        <p:nvSpPr>
          <p:cNvPr id="7" name="Content Placeholder 2"/>
          <p:cNvSpPr>
            <a:spLocks noGrp="1"/>
          </p:cNvSpPr>
          <p:nvPr>
            <p:ph idx="1" hasCustomPrompt="1"/>
          </p:nvPr>
        </p:nvSpPr>
        <p:spPr>
          <a:xfrm>
            <a:off x="1248852" y="2693172"/>
            <a:ext cx="4290356"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8" name="Picture Placeholder 9"/>
          <p:cNvSpPr>
            <a:spLocks noGrp="1"/>
          </p:cNvSpPr>
          <p:nvPr>
            <p:ph type="pic" sz="quarter" idx="13" hasCustomPrompt="1"/>
          </p:nvPr>
        </p:nvSpPr>
        <p:spPr>
          <a:xfrm>
            <a:off x="6017245" y="0"/>
            <a:ext cx="6174756" cy="6858000"/>
          </a:xfrm>
        </p:spPr>
        <p:txBody>
          <a:bodyPr anchor="ctr" anchorCtr="0">
            <a:noAutofit/>
          </a:bodyPr>
          <a:lstStyle>
            <a:lvl1pPr marL="0" indent="0" algn="ctr">
              <a:buNone/>
              <a:defRPr>
                <a:solidFill>
                  <a:schemeClr val="tx1"/>
                </a:solidFill>
              </a:defRPr>
            </a:lvl1pPr>
          </a:lstStyle>
          <a:p>
            <a:r>
              <a:rPr lang="en-US"/>
              <a:t>Click to insert photo</a:t>
            </a:r>
          </a:p>
        </p:txBody>
      </p:sp>
      <p:sp>
        <p:nvSpPr>
          <p:cNvPr id="2" name="Slide Number Placeholder 3">
            <a:extLst>
              <a:ext uri="{FF2B5EF4-FFF2-40B4-BE49-F238E27FC236}">
                <a16:creationId xmlns:a16="http://schemas.microsoft.com/office/drawing/2014/main" id="{55BA60A1-0A69-8625-4064-E44722C496FC}"/>
              </a:ext>
            </a:extLst>
          </p:cNvPr>
          <p:cNvSpPr>
            <a:spLocks noGrp="1"/>
          </p:cNvSpPr>
          <p:nvPr>
            <p:ph type="sldNum" sz="quarter" idx="4"/>
          </p:nvPr>
        </p:nvSpPr>
        <p:spPr>
          <a:xfrm>
            <a:off x="1253892" y="6512009"/>
            <a:ext cx="462098" cy="222422"/>
          </a:xfrm>
          <a:prstGeom prst="rect">
            <a:avLst/>
          </a:prstGeom>
        </p:spPr>
        <p:txBody>
          <a:bodyPr vert="horz" lIns="91440" tIns="45720" rIns="91440" bIns="45720" rtlCol="0" anchor="ctr"/>
          <a:lstStyle>
            <a:lvl1pPr algn="l">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54486324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hoto and Content">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D2B293C-E279-D262-62FF-DE9F18B375EB}"/>
              </a:ext>
            </a:extLst>
          </p:cNvPr>
          <p:cNvSpPr>
            <a:spLocks noGrp="1"/>
          </p:cNvSpPr>
          <p:nvPr>
            <p:ph type="title" hasCustomPrompt="1"/>
          </p:nvPr>
        </p:nvSpPr>
        <p:spPr>
          <a:xfrm>
            <a:off x="6290530" y="857601"/>
            <a:ext cx="4290357" cy="1661737"/>
          </a:xfrm>
        </p:spPr>
        <p:txBody>
          <a:bodyPr anchor="t" anchorCtr="0"/>
          <a:lstStyle>
            <a:lvl1pPr>
              <a:defRPr>
                <a:solidFill>
                  <a:schemeClr val="tx2"/>
                </a:solidFill>
              </a:defRPr>
            </a:lvl1pPr>
          </a:lstStyle>
          <a:p>
            <a:r>
              <a:rPr lang="en-US" dirty="0"/>
              <a:t>Two-line</a:t>
            </a:r>
            <a:br>
              <a:rPr lang="en-US" dirty="0"/>
            </a:br>
            <a:r>
              <a:rPr lang="en-US" dirty="0"/>
              <a:t>Headline</a:t>
            </a:r>
          </a:p>
        </p:txBody>
      </p:sp>
      <p:sp>
        <p:nvSpPr>
          <p:cNvPr id="6" name="Content Placeholder 2">
            <a:extLst>
              <a:ext uri="{FF2B5EF4-FFF2-40B4-BE49-F238E27FC236}">
                <a16:creationId xmlns:a16="http://schemas.microsoft.com/office/drawing/2014/main" id="{3C4E5CF8-AF7E-5C3B-AE0F-2A8EB21265A1}"/>
              </a:ext>
            </a:extLst>
          </p:cNvPr>
          <p:cNvSpPr>
            <a:spLocks noGrp="1"/>
          </p:cNvSpPr>
          <p:nvPr>
            <p:ph idx="14" hasCustomPrompt="1"/>
          </p:nvPr>
        </p:nvSpPr>
        <p:spPr>
          <a:xfrm>
            <a:off x="6290532" y="2693172"/>
            <a:ext cx="4290356" cy="172406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Copy</a:t>
            </a:r>
          </a:p>
          <a:p>
            <a:pPr lvl="0"/>
            <a:r>
              <a:rPr lang="en-US" dirty="0"/>
              <a:t>Copy</a:t>
            </a:r>
          </a:p>
          <a:p>
            <a:pPr lvl="0"/>
            <a:r>
              <a:rPr lang="en-US" dirty="0"/>
              <a:t>Copy</a:t>
            </a:r>
          </a:p>
          <a:p>
            <a:pPr lvl="0"/>
            <a:r>
              <a:rPr lang="en-US" dirty="0"/>
              <a:t>Copy</a:t>
            </a:r>
          </a:p>
        </p:txBody>
      </p:sp>
      <p:sp>
        <p:nvSpPr>
          <p:cNvPr id="7" name="Picture Placeholder 9">
            <a:extLst>
              <a:ext uri="{FF2B5EF4-FFF2-40B4-BE49-F238E27FC236}">
                <a16:creationId xmlns:a16="http://schemas.microsoft.com/office/drawing/2014/main" id="{E7CA2E77-0C7A-35BA-F020-60D736EB44FB}"/>
              </a:ext>
            </a:extLst>
          </p:cNvPr>
          <p:cNvSpPr>
            <a:spLocks noGrp="1"/>
          </p:cNvSpPr>
          <p:nvPr>
            <p:ph type="pic" sz="quarter" idx="13" hasCustomPrompt="1"/>
          </p:nvPr>
        </p:nvSpPr>
        <p:spPr>
          <a:xfrm>
            <a:off x="0" y="0"/>
            <a:ext cx="5812493" cy="6858000"/>
          </a:xfrm>
        </p:spPr>
        <p:txBody>
          <a:bodyPr anchor="ctr" anchorCtr="0">
            <a:noAutofit/>
          </a:bodyPr>
          <a:lstStyle>
            <a:lvl1pPr marL="0" indent="0" algn="ctr">
              <a:buNone/>
              <a:defRPr>
                <a:solidFill>
                  <a:schemeClr val="tx1"/>
                </a:solidFill>
              </a:defRPr>
            </a:lvl1pPr>
          </a:lstStyle>
          <a:p>
            <a:r>
              <a:rPr lang="en-US"/>
              <a:t>Click to insert photo</a:t>
            </a:r>
          </a:p>
        </p:txBody>
      </p:sp>
      <p:sp>
        <p:nvSpPr>
          <p:cNvPr id="9" name="Rectangle 8">
            <a:extLst>
              <a:ext uri="{FF2B5EF4-FFF2-40B4-BE49-F238E27FC236}">
                <a16:creationId xmlns:a16="http://schemas.microsoft.com/office/drawing/2014/main" id="{08C56F39-2B84-2999-54DF-64863396D022}"/>
              </a:ext>
              <a:ext uri="{C183D7F6-B498-43B3-948B-1728B52AA6E4}">
                <adec:decorative xmlns:adec="http://schemas.microsoft.com/office/drawing/2017/decorative" val="1"/>
              </a:ext>
            </a:extLst>
          </p:cNvPr>
          <p:cNvSpPr/>
          <p:nvPr/>
        </p:nvSpPr>
        <p:spPr>
          <a:xfrm flipH="1">
            <a:off x="11058927"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8" name="Picture 7">
            <a:extLst>
              <a:ext uri="{FF2B5EF4-FFF2-40B4-BE49-F238E27FC236}">
                <a16:creationId xmlns:a16="http://schemas.microsoft.com/office/drawing/2014/main" id="{7FEAED01-6C6A-C36B-3B7D-03A91FE39E3D}"/>
              </a:ext>
              <a:ext uri="{C183D7F6-B498-43B3-948B-1728B52AA6E4}">
                <adec:decorative xmlns:adec="http://schemas.microsoft.com/office/drawing/2017/decorative" val="1"/>
              </a:ext>
            </a:extLst>
          </p:cNvPr>
          <p:cNvPicPr>
            <a:picLocks noChangeAspect="1"/>
          </p:cNvPicPr>
          <p:nvPr/>
        </p:nvPicPr>
        <p:blipFill rotWithShape="1">
          <a:blip r:embed="rId2"/>
          <a:srcRect l="1382"/>
          <a:stretch/>
        </p:blipFill>
        <p:spPr>
          <a:xfrm>
            <a:off x="11234001" y="0"/>
            <a:ext cx="957999" cy="4273550"/>
          </a:xfrm>
          <a:prstGeom prst="rect">
            <a:avLst/>
          </a:prstGeom>
        </p:spPr>
      </p:pic>
      <p:sp>
        <p:nvSpPr>
          <p:cNvPr id="11" name="Rectangle 10">
            <a:extLst>
              <a:ext uri="{FF2B5EF4-FFF2-40B4-BE49-F238E27FC236}">
                <a16:creationId xmlns:a16="http://schemas.microsoft.com/office/drawing/2014/main" id="{1679910A-43DD-1C44-0141-B0B9F57F9CF4}"/>
              </a:ext>
              <a:ext uri="{C183D7F6-B498-43B3-948B-1728B52AA6E4}">
                <adec:decorative xmlns:adec="http://schemas.microsoft.com/office/drawing/2017/decorative" val="1"/>
              </a:ext>
            </a:extLst>
          </p:cNvPr>
          <p:cNvSpPr/>
          <p:nvPr/>
        </p:nvSpPr>
        <p:spPr>
          <a:xfrm>
            <a:off x="11234001" y="4271435"/>
            <a:ext cx="957999" cy="2586565"/>
          </a:xfrm>
          <a:prstGeom prst="rect">
            <a:avLst/>
          </a:prstGeom>
          <a:solidFill>
            <a:srgbClr val="006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3" name="Slide Number Placeholder 3">
            <a:extLst>
              <a:ext uri="{FF2B5EF4-FFF2-40B4-BE49-F238E27FC236}">
                <a16:creationId xmlns:a16="http://schemas.microsoft.com/office/drawing/2014/main" id="{0CB3283F-B7C5-4D58-F734-965D9263C2D6}"/>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bg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2222159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and Bottom Header">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5EE7A8-CE53-9E0E-CB2D-27FFBA3B96E5}"/>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0" y="5647764"/>
            <a:ext cx="5932505" cy="1210236"/>
          </a:xfrm>
          <a:prstGeom prst="rect">
            <a:avLst/>
          </a:prstGeom>
        </p:spPr>
      </p:pic>
      <p:sp>
        <p:nvSpPr>
          <p:cNvPr id="5" name="Rectangle 4">
            <a:extLst>
              <a:ext uri="{FF2B5EF4-FFF2-40B4-BE49-F238E27FC236}">
                <a16:creationId xmlns:a16="http://schemas.microsoft.com/office/drawing/2014/main" id="{97AB5C39-6DBF-F77D-92A5-B8FEF05F2567}"/>
              </a:ext>
            </a:extLst>
          </p:cNvPr>
          <p:cNvSpPr/>
          <p:nvPr/>
        </p:nvSpPr>
        <p:spPr>
          <a:xfrm>
            <a:off x="5932505" y="5647765"/>
            <a:ext cx="6259495" cy="1210236"/>
          </a:xfrm>
          <a:prstGeom prst="rect">
            <a:avLst/>
          </a:prstGeom>
          <a:solidFill>
            <a:srgbClr val="0061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Title Placeholder 1"/>
          <p:cNvSpPr>
            <a:spLocks noGrp="1"/>
          </p:cNvSpPr>
          <p:nvPr>
            <p:ph type="title" hasCustomPrompt="1"/>
          </p:nvPr>
        </p:nvSpPr>
        <p:spPr>
          <a:xfrm>
            <a:off x="353316" y="5871797"/>
            <a:ext cx="11485369" cy="718278"/>
          </a:xfrm>
          <a:prstGeom prst="rect">
            <a:avLst/>
          </a:prstGeom>
        </p:spPr>
        <p:txBody>
          <a:bodyPr vert="horz" wrap="square" lIns="101858" tIns="50929" rIns="101858" bIns="50929" rtlCol="0" anchor="t" anchorCtr="0">
            <a:spAutoFit/>
          </a:bodyPr>
          <a:lstStyle>
            <a:lvl1pPr>
              <a:defRPr sz="3999">
                <a:solidFill>
                  <a:schemeClr val="bg1"/>
                </a:solidFill>
              </a:defRPr>
            </a:lvl1pPr>
          </a:lstStyle>
          <a:p>
            <a:r>
              <a:rPr lang="en-US" dirty="0"/>
              <a:t>Headline</a:t>
            </a:r>
          </a:p>
        </p:txBody>
      </p:sp>
      <p:sp>
        <p:nvSpPr>
          <p:cNvPr id="3" name="Picture Placeholder 2"/>
          <p:cNvSpPr>
            <a:spLocks noGrp="1"/>
          </p:cNvSpPr>
          <p:nvPr>
            <p:ph type="pic" sz="quarter" idx="10" hasCustomPrompt="1"/>
          </p:nvPr>
        </p:nvSpPr>
        <p:spPr>
          <a:xfrm>
            <a:off x="0" y="0"/>
            <a:ext cx="12192000" cy="5647765"/>
          </a:xfrm>
        </p:spPr>
        <p:txBody>
          <a:bodyPr anchor="ctr" anchorCtr="0">
            <a:noAutofit/>
          </a:bodyPr>
          <a:lstStyle>
            <a:lvl1pPr marL="0" indent="0" algn="ctr">
              <a:buNone/>
              <a:defRPr baseline="0"/>
            </a:lvl1pPr>
          </a:lstStyle>
          <a:p>
            <a:r>
              <a:rPr lang="en-US"/>
              <a:t>Click to insert photo</a:t>
            </a:r>
          </a:p>
        </p:txBody>
      </p:sp>
      <p:sp>
        <p:nvSpPr>
          <p:cNvPr id="2" name="Slide Number Placeholder 3">
            <a:extLst>
              <a:ext uri="{FF2B5EF4-FFF2-40B4-BE49-F238E27FC236}">
                <a16:creationId xmlns:a16="http://schemas.microsoft.com/office/drawing/2014/main" id="{C1E06C1A-BE66-6D39-BB1E-3ACF85574593}"/>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bg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297539261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Full Photo">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C3C97C-4922-CFA8-2692-28A33BDEF749}"/>
              </a:ext>
              <a:ext uri="{C183D7F6-B498-43B3-948B-1728B52AA6E4}">
                <adec:decorative xmlns:adec="http://schemas.microsoft.com/office/drawing/2017/decorative" val="1"/>
              </a:ext>
            </a:extLst>
          </p:cNvPr>
          <p:cNvPicPr>
            <a:picLocks noChangeAspect="1"/>
          </p:cNvPicPr>
          <p:nvPr/>
        </p:nvPicPr>
        <p:blipFill rotWithShape="1">
          <a:blip r:embed="rId2"/>
          <a:srcRect l="7976" r="86450"/>
          <a:stretch/>
        </p:blipFill>
        <p:spPr>
          <a:xfrm>
            <a:off x="0" y="-447"/>
            <a:ext cx="679533" cy="6858447"/>
          </a:xfrm>
          <a:prstGeom prst="rect">
            <a:avLst/>
          </a:prstGeom>
        </p:spPr>
      </p:pic>
      <p:sp>
        <p:nvSpPr>
          <p:cNvPr id="5" name="Rectangle 4">
            <a:extLst>
              <a:ext uri="{FF2B5EF4-FFF2-40B4-BE49-F238E27FC236}">
                <a16:creationId xmlns:a16="http://schemas.microsoft.com/office/drawing/2014/main" id="{256AFC4A-24B4-F991-4FE8-5F2430532DFE}"/>
              </a:ext>
              <a:ext uri="{C183D7F6-B498-43B3-948B-1728B52AA6E4}">
                <adec:decorative xmlns:adec="http://schemas.microsoft.com/office/drawing/2017/decorative" val="1"/>
              </a:ext>
            </a:extLst>
          </p:cNvPr>
          <p:cNvSpPr/>
          <p:nvPr/>
        </p:nvSpPr>
        <p:spPr>
          <a:xfrm>
            <a:off x="679533" y="-447"/>
            <a:ext cx="23389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 name="Picture Placeholder 3"/>
          <p:cNvSpPr>
            <a:spLocks noGrp="1"/>
          </p:cNvSpPr>
          <p:nvPr>
            <p:ph type="pic" sz="quarter" idx="10" hasCustomPrompt="1"/>
          </p:nvPr>
        </p:nvSpPr>
        <p:spPr>
          <a:xfrm>
            <a:off x="913423" y="0"/>
            <a:ext cx="11278577" cy="6858000"/>
          </a:xfrm>
        </p:spPr>
        <p:txBody>
          <a:bodyPr anchor="ctr" anchorCtr="0">
            <a:noAutofit/>
          </a:bodyPr>
          <a:lstStyle>
            <a:lvl1pPr marL="0" indent="0" algn="ctr">
              <a:buNone/>
              <a:defRPr baseline="0"/>
            </a:lvl1pPr>
          </a:lstStyle>
          <a:p>
            <a:r>
              <a:rPr lang="en-US"/>
              <a:t>Click to insert photo</a:t>
            </a:r>
          </a:p>
        </p:txBody>
      </p:sp>
      <p:sp>
        <p:nvSpPr>
          <p:cNvPr id="2" name="Slide Number Placeholder 3">
            <a:extLst>
              <a:ext uri="{FF2B5EF4-FFF2-40B4-BE49-F238E27FC236}">
                <a16:creationId xmlns:a16="http://schemas.microsoft.com/office/drawing/2014/main" id="{FDA53C57-585A-C862-A030-6CF433556190}"/>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bg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33724656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Bar">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6B352C01-CF06-B681-184A-FAE5A6ECB036}"/>
              </a:ext>
              <a:ext uri="{C183D7F6-B498-43B3-948B-1728B52AA6E4}">
                <adec:decorative xmlns:adec="http://schemas.microsoft.com/office/drawing/2017/decorative" val="1"/>
              </a:ext>
            </a:extLst>
          </p:cNvPr>
          <p:cNvGrpSpPr/>
          <p:nvPr/>
        </p:nvGrpSpPr>
        <p:grpSpPr>
          <a:xfrm>
            <a:off x="0" y="6324601"/>
            <a:ext cx="3691673" cy="533399"/>
            <a:chOff x="0" y="568749"/>
            <a:chExt cx="7384308" cy="1191643"/>
          </a:xfrm>
        </p:grpSpPr>
        <p:sp>
          <p:nvSpPr>
            <p:cNvPr id="10" name="Rectangle 9">
              <a:extLst>
                <a:ext uri="{FF2B5EF4-FFF2-40B4-BE49-F238E27FC236}">
                  <a16:creationId xmlns:a16="http://schemas.microsoft.com/office/drawing/2014/main" id="{BC95E2CB-20FB-92B4-7A63-AD12348A4E27}"/>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57C85ADF-891A-E3CE-2A39-4F645BC1CD1D}"/>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9CE6FDF2-B195-6F0E-C775-3E75B03A7960}"/>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7B659CA4-F22D-5CB5-4F52-1120A3B0163F}"/>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7FFC27C3-B913-BD6A-2121-452EDFFA3347}"/>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427F1EFD-0724-26BE-BEA4-E006100A0613}"/>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331369B6-79CB-1FE0-44F1-A079EB772348}"/>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4B0CCF14-934C-2F45-E299-EADABD572E15}"/>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8BF02125-91FB-5BD9-B947-33A245C1AB2B}"/>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AC8BF4F0-1BAD-2261-9678-45CC4F8C4B0D}"/>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4AEEE461-0455-13A9-7AF9-6DF7BC0B5E78}"/>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CFAA87AA-5EC1-0A64-9BDC-3C9B3892CA61}"/>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2" name="Rectangle 21">
              <a:extLst>
                <a:ext uri="{FF2B5EF4-FFF2-40B4-BE49-F238E27FC236}">
                  <a16:creationId xmlns:a16="http://schemas.microsoft.com/office/drawing/2014/main" id="{66AB6F20-A900-3B90-DBCD-94880C4C6CA8}"/>
                </a:ext>
              </a:extLst>
            </p:cNvPr>
            <p:cNvSpPr/>
            <p:nvPr userDrawn="1"/>
          </p:nvSpPr>
          <p:spPr>
            <a:xfrm rot="16200000">
              <a:off x="650487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3" name="Picture 2">
            <a:extLst>
              <a:ext uri="{FF2B5EF4-FFF2-40B4-BE49-F238E27FC236}">
                <a16:creationId xmlns:a16="http://schemas.microsoft.com/office/drawing/2014/main" id="{E5559F08-43EE-41A4-7125-5A6E16B114C2}"/>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6323877"/>
            <a:ext cx="8500327" cy="532065"/>
          </a:xfrm>
          <a:prstGeom prst="rect">
            <a:avLst/>
          </a:prstGeom>
        </p:spPr>
      </p:pic>
      <p:sp>
        <p:nvSpPr>
          <p:cNvPr id="2" name="Slide Number Placeholder 3">
            <a:extLst>
              <a:ext uri="{FF2B5EF4-FFF2-40B4-BE49-F238E27FC236}">
                <a16:creationId xmlns:a16="http://schemas.microsoft.com/office/drawing/2014/main" id="{54715335-D174-E71B-741C-712D7BBAF3BF}"/>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rgbClr val="000000"/>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153520206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White">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F6BE7D36-222D-8293-06F9-02F1BC446FFB}"/>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tint val="75000"/>
                  </a:schemeClr>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03498268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lank Green">
    <p:bg>
      <p:bgRef idx="1001">
        <a:schemeClr val="bg2"/>
      </p:bgRef>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619C00B1-75B9-D48E-7592-19E77953A0E2}"/>
              </a:ext>
            </a:extLst>
          </p:cNvPr>
          <p:cNvSpPr>
            <a:spLocks noGrp="1"/>
          </p:cNvSpPr>
          <p:nvPr>
            <p:ph type="sldNum" sz="quarter" idx="4"/>
          </p:nvPr>
        </p:nvSpPr>
        <p:spPr>
          <a:xfrm>
            <a:off x="11605555" y="6512009"/>
            <a:ext cx="462098" cy="222422"/>
          </a:xfrm>
          <a:prstGeom prst="rect">
            <a:avLst/>
          </a:prstGeom>
        </p:spPr>
        <p:txBody>
          <a:bodyPr vert="horz" lIns="91440" tIns="45720" rIns="91440" bIns="45720" rtlCol="0" anchor="ctr"/>
          <a:lstStyle>
            <a:lvl1pPr algn="r">
              <a:defRPr sz="1400">
                <a:solidFill>
                  <a:schemeClr val="tx1"/>
                </a:solidFill>
              </a:defRPr>
            </a:lvl1pPr>
          </a:lstStyle>
          <a:p>
            <a:fld id="{D6BC0CF7-1C3B-49E0-BE83-9776BE0C4175}" type="slidenum">
              <a:rPr lang="en-US" smtClean="0"/>
              <a:t>‹#›</a:t>
            </a:fld>
            <a:endParaRPr lang="en-US"/>
          </a:p>
        </p:txBody>
      </p:sp>
    </p:spTree>
    <p:extLst>
      <p:ext uri="{BB962C8B-B14F-4D97-AF65-F5344CB8AC3E}">
        <p14:creationId xmlns:p14="http://schemas.microsoft.com/office/powerpoint/2010/main" val="346986413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am End">
    <p:bg>
      <p:bgPr>
        <a:solidFill>
          <a:schemeClr val="tx2"/>
        </a:solidFill>
        <a:effectLst/>
      </p:bgPr>
    </p:bg>
    <p:spTree>
      <p:nvGrpSpPr>
        <p:cNvPr id="1" name=""/>
        <p:cNvGrpSpPr/>
        <p:nvPr/>
      </p:nvGrpSpPr>
      <p:grpSpPr>
        <a:xfrm>
          <a:off x="0" y="0"/>
          <a:ext cx="0" cy="0"/>
          <a:chOff x="0" y="0"/>
          <a:chExt cx="0" cy="0"/>
        </a:xfrm>
      </p:grpSpPr>
      <p:pic>
        <p:nvPicPr>
          <p:cNvPr id="3" name="Picture 2" descr="A ram with a leather halter&#10;&#10;Description automatically generated">
            <a:extLst>
              <a:ext uri="{FF2B5EF4-FFF2-40B4-BE49-F238E27FC236}">
                <a16:creationId xmlns:a16="http://schemas.microsoft.com/office/drawing/2014/main" id="{AF5630CA-CE85-8E94-7F94-DDB28DF995CB}"/>
              </a:ext>
            </a:extLst>
          </p:cNvPr>
          <p:cNvPicPr>
            <a:picLocks noChangeAspect="1"/>
          </p:cNvPicPr>
          <p:nvPr/>
        </p:nvPicPr>
        <p:blipFill>
          <a:blip r:embed="rId2"/>
          <a:stretch>
            <a:fillRect/>
          </a:stretch>
        </p:blipFill>
        <p:spPr>
          <a:xfrm>
            <a:off x="793" y="0"/>
            <a:ext cx="12191207" cy="6858447"/>
          </a:xfrm>
          <a:prstGeom prst="rect">
            <a:avLst/>
          </a:prstGeom>
        </p:spPr>
      </p:pic>
      <p:pic>
        <p:nvPicPr>
          <p:cNvPr id="8" name="Picture 7" descr="Colorado State University logo">
            <a:extLst>
              <a:ext uri="{FF2B5EF4-FFF2-40B4-BE49-F238E27FC236}">
                <a16:creationId xmlns:a16="http://schemas.microsoft.com/office/drawing/2014/main" id="{1B6E8884-AC6A-78D6-0B43-26616F2549BE}"/>
              </a:ext>
            </a:extLst>
          </p:cNvPr>
          <p:cNvPicPr>
            <a:picLocks noChangeAspect="1"/>
          </p:cNvPicPr>
          <p:nvPr/>
        </p:nvPicPr>
        <p:blipFill>
          <a:blip r:embed="rId3"/>
          <a:stretch>
            <a:fillRect/>
          </a:stretch>
        </p:blipFill>
        <p:spPr>
          <a:xfrm>
            <a:off x="7902128" y="736881"/>
            <a:ext cx="2647887" cy="1732794"/>
          </a:xfrm>
          <a:prstGeom prst="rect">
            <a:avLst/>
          </a:prstGeom>
        </p:spPr>
      </p:pic>
      <p:sp>
        <p:nvSpPr>
          <p:cNvPr id="2" name="Title 1">
            <a:extLst>
              <a:ext uri="{FF2B5EF4-FFF2-40B4-BE49-F238E27FC236}">
                <a16:creationId xmlns:a16="http://schemas.microsoft.com/office/drawing/2014/main" id="{62F832BF-CDCD-C36C-3D8E-F4CBCB8D7614}"/>
              </a:ext>
            </a:extLst>
          </p:cNvPr>
          <p:cNvSpPr>
            <a:spLocks noGrp="1"/>
          </p:cNvSpPr>
          <p:nvPr>
            <p:ph type="title" hasCustomPrompt="1"/>
          </p:nvPr>
        </p:nvSpPr>
        <p:spPr>
          <a:xfrm>
            <a:off x="7313886" y="3108902"/>
            <a:ext cx="3824370" cy="923201"/>
          </a:xfrm>
        </p:spPr>
        <p:txBody>
          <a:bodyPr/>
          <a:lstStyle>
            <a:lvl1pPr algn="ctr">
              <a:defRPr/>
            </a:lvl1pPr>
          </a:lstStyle>
          <a:p>
            <a:r>
              <a:rPr lang="en-US" dirty="0"/>
              <a:t>Thank you</a:t>
            </a:r>
          </a:p>
        </p:txBody>
      </p:sp>
    </p:spTree>
    <p:extLst>
      <p:ext uri="{BB962C8B-B14F-4D97-AF65-F5344CB8AC3E}">
        <p14:creationId xmlns:p14="http://schemas.microsoft.com/office/powerpoint/2010/main" val="403112904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am End-Names">
    <p:bg>
      <p:bgPr>
        <a:solidFill>
          <a:schemeClr val="tx2"/>
        </a:solidFill>
        <a:effectLst/>
      </p:bgPr>
    </p:bg>
    <p:spTree>
      <p:nvGrpSpPr>
        <p:cNvPr id="1" name=""/>
        <p:cNvGrpSpPr/>
        <p:nvPr/>
      </p:nvGrpSpPr>
      <p:grpSpPr>
        <a:xfrm>
          <a:off x="0" y="0"/>
          <a:ext cx="0" cy="0"/>
          <a:chOff x="0" y="0"/>
          <a:chExt cx="0" cy="0"/>
        </a:xfrm>
      </p:grpSpPr>
      <p:pic>
        <p:nvPicPr>
          <p:cNvPr id="3" name="Picture 2" descr="A ram with a leather halter&#10;&#10;Description automatically generated">
            <a:extLst>
              <a:ext uri="{FF2B5EF4-FFF2-40B4-BE49-F238E27FC236}">
                <a16:creationId xmlns:a16="http://schemas.microsoft.com/office/drawing/2014/main" id="{AF5630CA-CE85-8E94-7F94-DDB28DF995CB}"/>
              </a:ext>
            </a:extLst>
          </p:cNvPr>
          <p:cNvPicPr>
            <a:picLocks noChangeAspect="1"/>
          </p:cNvPicPr>
          <p:nvPr/>
        </p:nvPicPr>
        <p:blipFill>
          <a:blip r:embed="rId2"/>
          <a:stretch>
            <a:fillRect/>
          </a:stretch>
        </p:blipFill>
        <p:spPr>
          <a:xfrm>
            <a:off x="793" y="0"/>
            <a:ext cx="12191207" cy="6858447"/>
          </a:xfrm>
          <a:prstGeom prst="rect">
            <a:avLst/>
          </a:prstGeom>
        </p:spPr>
      </p:pic>
      <p:pic>
        <p:nvPicPr>
          <p:cNvPr id="8" name="Picture 7" descr="Colorado State University logo">
            <a:extLst>
              <a:ext uri="{FF2B5EF4-FFF2-40B4-BE49-F238E27FC236}">
                <a16:creationId xmlns:a16="http://schemas.microsoft.com/office/drawing/2014/main" id="{1B6E8884-AC6A-78D6-0B43-26616F2549BE}"/>
              </a:ext>
            </a:extLst>
          </p:cNvPr>
          <p:cNvPicPr>
            <a:picLocks noChangeAspect="1"/>
          </p:cNvPicPr>
          <p:nvPr/>
        </p:nvPicPr>
        <p:blipFill>
          <a:blip r:embed="rId3"/>
          <a:stretch>
            <a:fillRect/>
          </a:stretch>
        </p:blipFill>
        <p:spPr>
          <a:xfrm>
            <a:off x="7902127" y="736881"/>
            <a:ext cx="2647887" cy="1732794"/>
          </a:xfrm>
          <a:prstGeom prst="rect">
            <a:avLst/>
          </a:prstGeom>
        </p:spPr>
      </p:pic>
      <p:sp>
        <p:nvSpPr>
          <p:cNvPr id="2" name="Title 1">
            <a:extLst>
              <a:ext uri="{FF2B5EF4-FFF2-40B4-BE49-F238E27FC236}">
                <a16:creationId xmlns:a16="http://schemas.microsoft.com/office/drawing/2014/main" id="{1900FED6-ACDF-A229-AA14-0BB8A6ED7867}"/>
              </a:ext>
            </a:extLst>
          </p:cNvPr>
          <p:cNvSpPr>
            <a:spLocks noGrp="1"/>
          </p:cNvSpPr>
          <p:nvPr>
            <p:ph type="title" hasCustomPrompt="1"/>
          </p:nvPr>
        </p:nvSpPr>
        <p:spPr>
          <a:xfrm>
            <a:off x="7351578" y="3114352"/>
            <a:ext cx="3748985" cy="600036"/>
          </a:xfrm>
        </p:spPr>
        <p:txBody>
          <a:bodyPr/>
          <a:lstStyle>
            <a:lvl1pPr algn="ctr">
              <a:defRPr sz="2699"/>
            </a:lvl1pPr>
          </a:lstStyle>
          <a:p>
            <a:r>
              <a:rPr lang="en-US" dirty="0"/>
              <a:t>Presented by:</a:t>
            </a:r>
          </a:p>
        </p:txBody>
      </p:sp>
      <p:sp>
        <p:nvSpPr>
          <p:cNvPr id="4" name="Text Placeholder 10">
            <a:extLst>
              <a:ext uri="{FF2B5EF4-FFF2-40B4-BE49-F238E27FC236}">
                <a16:creationId xmlns:a16="http://schemas.microsoft.com/office/drawing/2014/main" id="{40D62115-B299-FBCF-3FCD-BE332DB6525B}"/>
              </a:ext>
            </a:extLst>
          </p:cNvPr>
          <p:cNvSpPr>
            <a:spLocks noGrp="1"/>
          </p:cNvSpPr>
          <p:nvPr>
            <p:ph type="body" sz="quarter" idx="12" hasCustomPrompt="1"/>
          </p:nvPr>
        </p:nvSpPr>
        <p:spPr>
          <a:xfrm>
            <a:off x="7351578" y="3886781"/>
            <a:ext cx="3748985" cy="1467581"/>
          </a:xfrm>
        </p:spPr>
        <p:txBody>
          <a:bodyPr wrap="square">
            <a:spAutoFit/>
          </a:bodyPr>
          <a:lstStyle>
            <a:lvl1pPr marL="0" indent="0" algn="ctr">
              <a:buNone/>
              <a:defRPr sz="1600" b="0" spc="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NAME</a:t>
            </a:r>
            <a:br>
              <a:rPr lang="en-US" dirty="0"/>
            </a:br>
            <a:r>
              <a:rPr lang="en-US" dirty="0"/>
              <a:t>contact info</a:t>
            </a:r>
          </a:p>
          <a:p>
            <a:pPr lvl="0"/>
            <a:r>
              <a:rPr lang="en-US" dirty="0"/>
              <a:t>NAME</a:t>
            </a:r>
            <a:br>
              <a:rPr lang="en-US" dirty="0"/>
            </a:br>
            <a:r>
              <a:rPr lang="en-US" dirty="0"/>
              <a:t>contact info</a:t>
            </a:r>
          </a:p>
        </p:txBody>
      </p:sp>
    </p:spTree>
    <p:extLst>
      <p:ext uri="{BB962C8B-B14F-4D97-AF65-F5344CB8AC3E}">
        <p14:creationId xmlns:p14="http://schemas.microsoft.com/office/powerpoint/2010/main" val="53953630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Vertical End-Logo">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212377C-37CB-D156-A059-40B7B18662E3}"/>
              </a:ext>
              <a:ext uri="{C183D7F6-B498-43B3-948B-1728B52AA6E4}">
                <adec:decorative xmlns:adec="http://schemas.microsoft.com/office/drawing/2017/decorative" val="1"/>
              </a:ext>
            </a:extLst>
          </p:cNvPr>
          <p:cNvPicPr>
            <a:picLocks noChangeAspect="1"/>
          </p:cNvPicPr>
          <p:nvPr/>
        </p:nvPicPr>
        <p:blipFill rotWithShape="1">
          <a:blip r:embed="rId2"/>
          <a:srcRect r="1383"/>
          <a:stretch/>
        </p:blipFill>
        <p:spPr>
          <a:xfrm>
            <a:off x="0" y="0"/>
            <a:ext cx="957985" cy="4273550"/>
          </a:xfrm>
          <a:prstGeom prst="rect">
            <a:avLst/>
          </a:prstGeom>
        </p:spPr>
      </p:pic>
      <p:sp>
        <p:nvSpPr>
          <p:cNvPr id="7" name="Rectangle 6">
            <a:extLst>
              <a:ext uri="{FF2B5EF4-FFF2-40B4-BE49-F238E27FC236}">
                <a16:creationId xmlns:a16="http://schemas.microsoft.com/office/drawing/2014/main" id="{D9A8FAB7-7FC1-928E-5427-3DA03526574B}"/>
              </a:ext>
              <a:ext uri="{C183D7F6-B498-43B3-948B-1728B52AA6E4}">
                <adec:decorative xmlns:adec="http://schemas.microsoft.com/office/drawing/2017/decorative" val="1"/>
              </a:ext>
            </a:extLst>
          </p:cNvPr>
          <p:cNvSpPr/>
          <p:nvPr/>
        </p:nvSpPr>
        <p:spPr>
          <a:xfrm>
            <a:off x="0" y="4271434"/>
            <a:ext cx="957999" cy="25865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7BAA4D03-2C99-4E42-AE03-489907E1D415}"/>
              </a:ext>
              <a:ext uri="{C183D7F6-B498-43B3-948B-1728B52AA6E4}">
                <adec:decorative xmlns:adec="http://schemas.microsoft.com/office/drawing/2017/decorative" val="1"/>
              </a:ext>
            </a:extLst>
          </p:cNvPr>
          <p:cNvSpPr/>
          <p:nvPr/>
        </p:nvSpPr>
        <p:spPr>
          <a:xfrm flipH="1">
            <a:off x="957999"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5E1FE05E-6413-869C-B146-56D470DE54DA}"/>
              </a:ext>
              <a:ext uri="{C183D7F6-B498-43B3-948B-1728B52AA6E4}">
                <adec:decorative xmlns:adec="http://schemas.microsoft.com/office/drawing/2017/decorative" val="1"/>
              </a:ext>
            </a:extLst>
          </p:cNvPr>
          <p:cNvSpPr/>
          <p:nvPr/>
        </p:nvSpPr>
        <p:spPr>
          <a:xfrm>
            <a:off x="1133073" y="0"/>
            <a:ext cx="3324047" cy="685799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10" name="Picture 9" descr="Colorado State University logo">
            <a:extLst>
              <a:ext uri="{FF2B5EF4-FFF2-40B4-BE49-F238E27FC236}">
                <a16:creationId xmlns:a16="http://schemas.microsoft.com/office/drawing/2014/main" id="{88E6F6F7-1DA3-89DD-7179-C39DAC639ACE}"/>
              </a:ext>
            </a:extLst>
          </p:cNvPr>
          <p:cNvPicPr>
            <a:picLocks noChangeAspect="1"/>
          </p:cNvPicPr>
          <p:nvPr/>
        </p:nvPicPr>
        <p:blipFill>
          <a:blip r:embed="rId3"/>
          <a:stretch>
            <a:fillRect/>
          </a:stretch>
        </p:blipFill>
        <p:spPr>
          <a:xfrm>
            <a:off x="1511322" y="2562603"/>
            <a:ext cx="2647888" cy="1732794"/>
          </a:xfrm>
          <a:prstGeom prst="rect">
            <a:avLst/>
          </a:prstGeom>
        </p:spPr>
      </p:pic>
      <p:sp>
        <p:nvSpPr>
          <p:cNvPr id="11" name="Title 3">
            <a:extLst>
              <a:ext uri="{FF2B5EF4-FFF2-40B4-BE49-F238E27FC236}">
                <a16:creationId xmlns:a16="http://schemas.microsoft.com/office/drawing/2014/main" id="{1C51E8C0-A960-CF8E-9E76-C4F479A0DC9E}"/>
              </a:ext>
            </a:extLst>
          </p:cNvPr>
          <p:cNvSpPr>
            <a:spLocks noGrp="1"/>
          </p:cNvSpPr>
          <p:nvPr>
            <p:ph type="title" hasCustomPrompt="1"/>
          </p:nvPr>
        </p:nvSpPr>
        <p:spPr>
          <a:xfrm>
            <a:off x="4997018" y="3278623"/>
            <a:ext cx="5974354" cy="1000146"/>
          </a:xfrm>
        </p:spPr>
        <p:txBody>
          <a:bodyPr/>
          <a:lstStyle>
            <a:lvl1pPr>
              <a:defRPr sz="5299"/>
            </a:lvl1pPr>
          </a:lstStyle>
          <a:p>
            <a:r>
              <a:rPr lang="en-US" dirty="0"/>
              <a:t>Thank you</a:t>
            </a:r>
          </a:p>
        </p:txBody>
      </p:sp>
      <p:cxnSp>
        <p:nvCxnSpPr>
          <p:cNvPr id="29" name="Straight Connector 28">
            <a:extLst>
              <a:ext uri="{FF2B5EF4-FFF2-40B4-BE49-F238E27FC236}">
                <a16:creationId xmlns:a16="http://schemas.microsoft.com/office/drawing/2014/main" id="{5A25D5DD-F3EC-F94F-7CD0-3D872F132B51}"/>
              </a:ext>
            </a:extLst>
          </p:cNvPr>
          <p:cNvCxnSpPr/>
          <p:nvPr/>
        </p:nvCxnSpPr>
        <p:spPr>
          <a:xfrm>
            <a:off x="4997019" y="4519612"/>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3" name="Text Placeholder 10">
            <a:extLst>
              <a:ext uri="{FF2B5EF4-FFF2-40B4-BE49-F238E27FC236}">
                <a16:creationId xmlns:a16="http://schemas.microsoft.com/office/drawing/2014/main" id="{FF30E220-B1FD-A0BB-DE0C-BA85A0545724}"/>
              </a:ext>
            </a:extLst>
          </p:cNvPr>
          <p:cNvSpPr>
            <a:spLocks noGrp="1"/>
          </p:cNvSpPr>
          <p:nvPr>
            <p:ph type="body" sz="quarter" idx="12" hasCustomPrompt="1"/>
          </p:nvPr>
        </p:nvSpPr>
        <p:spPr>
          <a:xfrm>
            <a:off x="4997019" y="4737600"/>
            <a:ext cx="5974353" cy="876650"/>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
        <p:nvSpPr>
          <p:cNvPr id="5" name="Rectangle 4">
            <a:extLst>
              <a:ext uri="{FF2B5EF4-FFF2-40B4-BE49-F238E27FC236}">
                <a16:creationId xmlns:a16="http://schemas.microsoft.com/office/drawing/2014/main" id="{FF3DD767-C628-3A6F-97BD-9FFF02CA25CD}"/>
              </a:ext>
              <a:ext uri="{C183D7F6-B498-43B3-948B-1728B52AA6E4}">
                <adec:decorative xmlns:adec="http://schemas.microsoft.com/office/drawing/2017/decorative" val="1"/>
              </a:ext>
            </a:extLst>
          </p:cNvPr>
          <p:cNvSpPr/>
          <p:nvPr/>
        </p:nvSpPr>
        <p:spPr>
          <a:xfrm flipH="1">
            <a:off x="11421176"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nvGrpSpPr>
          <p:cNvPr id="12" name="Group 11">
            <a:extLst>
              <a:ext uri="{FF2B5EF4-FFF2-40B4-BE49-F238E27FC236}">
                <a16:creationId xmlns:a16="http://schemas.microsoft.com/office/drawing/2014/main" id="{29FCD3E1-DC76-37A2-36F0-EAA00D9627D1}"/>
              </a:ext>
              <a:ext uri="{C183D7F6-B498-43B3-948B-1728B52AA6E4}">
                <adec:decorative xmlns:adec="http://schemas.microsoft.com/office/drawing/2017/decorative" val="1"/>
              </a:ext>
            </a:extLst>
          </p:cNvPr>
          <p:cNvGrpSpPr/>
          <p:nvPr/>
        </p:nvGrpSpPr>
        <p:grpSpPr>
          <a:xfrm>
            <a:off x="11596255" y="1"/>
            <a:ext cx="595745" cy="1981200"/>
            <a:chOff x="23195532" y="179377"/>
            <a:chExt cx="1191645" cy="3952951"/>
          </a:xfrm>
        </p:grpSpPr>
        <p:sp>
          <p:nvSpPr>
            <p:cNvPr id="13" name="Rectangle 12">
              <a:extLst>
                <a:ext uri="{FF2B5EF4-FFF2-40B4-BE49-F238E27FC236}">
                  <a16:creationId xmlns:a16="http://schemas.microsoft.com/office/drawing/2014/main" id="{21A587AE-9BBD-840C-D85E-5B6B4ADBC30D}"/>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45D19AD4-890F-F1F4-8B61-7F1743B4F6EA}"/>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3751CADE-A0BE-763B-B0D4-DF84354C7881}"/>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B3A95A34-7E24-90F5-057A-DF9E87C66D4F}"/>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C67F0090-A7E2-89EE-E302-3A002D09B76F}"/>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C6406FAC-C9F5-2196-6685-FBF50AC240C7}"/>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E4FB0E4D-5BDF-2F0F-402C-F6C2FA743D5A}"/>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9" name="Picture 8">
            <a:extLst>
              <a:ext uri="{FF2B5EF4-FFF2-40B4-BE49-F238E27FC236}">
                <a16:creationId xmlns:a16="http://schemas.microsoft.com/office/drawing/2014/main" id="{8A523F13-2585-E0CF-B408-841087C1542C}"/>
              </a:ext>
              <a:ext uri="{C183D7F6-B498-43B3-948B-1728B52AA6E4}">
                <adec:decorative xmlns:adec="http://schemas.microsoft.com/office/drawing/2017/decorative" val="1"/>
              </a:ext>
            </a:extLst>
          </p:cNvPr>
          <p:cNvPicPr>
            <a:picLocks noChangeAspect="1"/>
          </p:cNvPicPr>
          <p:nvPr/>
        </p:nvPicPr>
        <p:blipFill rotWithShape="1">
          <a:blip r:embed="rId4"/>
          <a:srcRect l="1" r="39071"/>
          <a:stretch/>
        </p:blipFill>
        <p:spPr>
          <a:xfrm>
            <a:off x="11596250" y="1981200"/>
            <a:ext cx="595744" cy="4876800"/>
          </a:xfrm>
          <a:prstGeom prst="rect">
            <a:avLst/>
          </a:prstGeom>
        </p:spPr>
      </p:pic>
    </p:spTree>
    <p:extLst>
      <p:ext uri="{BB962C8B-B14F-4D97-AF65-F5344CB8AC3E}">
        <p14:creationId xmlns:p14="http://schemas.microsoft.com/office/powerpoint/2010/main" val="29631441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Vertical End-Unit ID">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7212377C-37CB-D156-A059-40B7B18662E3}"/>
              </a:ext>
              <a:ext uri="{C183D7F6-B498-43B3-948B-1728B52AA6E4}">
                <adec:decorative xmlns:adec="http://schemas.microsoft.com/office/drawing/2017/decorative" val="1"/>
              </a:ext>
            </a:extLst>
          </p:cNvPr>
          <p:cNvPicPr>
            <a:picLocks noChangeAspect="1"/>
          </p:cNvPicPr>
          <p:nvPr/>
        </p:nvPicPr>
        <p:blipFill rotWithShape="1">
          <a:blip r:embed="rId2"/>
          <a:srcRect r="1383"/>
          <a:stretch/>
        </p:blipFill>
        <p:spPr>
          <a:xfrm>
            <a:off x="0" y="0"/>
            <a:ext cx="957985" cy="4273550"/>
          </a:xfrm>
          <a:prstGeom prst="rect">
            <a:avLst/>
          </a:prstGeom>
        </p:spPr>
      </p:pic>
      <p:sp>
        <p:nvSpPr>
          <p:cNvPr id="7" name="Rectangle 6">
            <a:extLst>
              <a:ext uri="{FF2B5EF4-FFF2-40B4-BE49-F238E27FC236}">
                <a16:creationId xmlns:a16="http://schemas.microsoft.com/office/drawing/2014/main" id="{D9A8FAB7-7FC1-928E-5427-3DA03526574B}"/>
              </a:ext>
              <a:ext uri="{C183D7F6-B498-43B3-948B-1728B52AA6E4}">
                <adec:decorative xmlns:adec="http://schemas.microsoft.com/office/drawing/2017/decorative" val="1"/>
              </a:ext>
            </a:extLst>
          </p:cNvPr>
          <p:cNvSpPr/>
          <p:nvPr/>
        </p:nvSpPr>
        <p:spPr>
          <a:xfrm>
            <a:off x="0" y="4271434"/>
            <a:ext cx="957999" cy="2586565"/>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7BAA4D03-2C99-4E42-AE03-489907E1D415}"/>
              </a:ext>
              <a:ext uri="{C183D7F6-B498-43B3-948B-1728B52AA6E4}">
                <adec:decorative xmlns:adec="http://schemas.microsoft.com/office/drawing/2017/decorative" val="1"/>
              </a:ext>
            </a:extLst>
          </p:cNvPr>
          <p:cNvSpPr/>
          <p:nvPr/>
        </p:nvSpPr>
        <p:spPr>
          <a:xfrm flipH="1">
            <a:off x="957999" y="0"/>
            <a:ext cx="175074" cy="6857999"/>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5E1FE05E-6413-869C-B146-56D470DE54DA}"/>
              </a:ext>
              <a:ext uri="{C183D7F6-B498-43B3-948B-1728B52AA6E4}">
                <adec:decorative xmlns:adec="http://schemas.microsoft.com/office/drawing/2017/decorative" val="1"/>
              </a:ext>
            </a:extLst>
          </p:cNvPr>
          <p:cNvSpPr/>
          <p:nvPr/>
        </p:nvSpPr>
        <p:spPr>
          <a:xfrm>
            <a:off x="1133073" y="0"/>
            <a:ext cx="3324047" cy="685799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 name="Rectangle 4">
            <a:extLst>
              <a:ext uri="{FF2B5EF4-FFF2-40B4-BE49-F238E27FC236}">
                <a16:creationId xmlns:a16="http://schemas.microsoft.com/office/drawing/2014/main" id="{FF3DD767-C628-3A6F-97BD-9FFF02CA25CD}"/>
              </a:ext>
              <a:ext uri="{C183D7F6-B498-43B3-948B-1728B52AA6E4}">
                <adec:decorative xmlns:adec="http://schemas.microsoft.com/office/drawing/2017/decorative" val="1"/>
              </a:ext>
            </a:extLst>
          </p:cNvPr>
          <p:cNvSpPr/>
          <p:nvPr/>
        </p:nvSpPr>
        <p:spPr>
          <a:xfrm flipH="1">
            <a:off x="11421176" y="0"/>
            <a:ext cx="175074"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nvGrpSpPr>
          <p:cNvPr id="12" name="Group 11">
            <a:extLst>
              <a:ext uri="{FF2B5EF4-FFF2-40B4-BE49-F238E27FC236}">
                <a16:creationId xmlns:a16="http://schemas.microsoft.com/office/drawing/2014/main" id="{29FCD3E1-DC76-37A2-36F0-EAA00D9627D1}"/>
              </a:ext>
              <a:ext uri="{C183D7F6-B498-43B3-948B-1728B52AA6E4}">
                <adec:decorative xmlns:adec="http://schemas.microsoft.com/office/drawing/2017/decorative" val="1"/>
              </a:ext>
            </a:extLst>
          </p:cNvPr>
          <p:cNvGrpSpPr/>
          <p:nvPr/>
        </p:nvGrpSpPr>
        <p:grpSpPr>
          <a:xfrm>
            <a:off x="11596255" y="1"/>
            <a:ext cx="595745" cy="1981200"/>
            <a:chOff x="23195532" y="179377"/>
            <a:chExt cx="1191645" cy="3952951"/>
          </a:xfrm>
        </p:grpSpPr>
        <p:sp>
          <p:nvSpPr>
            <p:cNvPr id="13" name="Rectangle 12">
              <a:extLst>
                <a:ext uri="{FF2B5EF4-FFF2-40B4-BE49-F238E27FC236}">
                  <a16:creationId xmlns:a16="http://schemas.microsoft.com/office/drawing/2014/main" id="{21A587AE-9BBD-840C-D85E-5B6B4ADBC30D}"/>
                </a:ext>
              </a:extLst>
            </p:cNvPr>
            <p:cNvSpPr/>
            <p:nvPr userDrawn="1"/>
          </p:nvSpPr>
          <p:spPr>
            <a:xfrm>
              <a:off x="23195532" y="179377"/>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45D19AD4-890F-F1F4-8B61-7F1743B4F6EA}"/>
                </a:ext>
              </a:extLst>
            </p:cNvPr>
            <p:cNvSpPr/>
            <p:nvPr userDrawn="1"/>
          </p:nvSpPr>
          <p:spPr>
            <a:xfrm>
              <a:off x="23195534" y="743665"/>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3751CADE-A0BE-763B-B0D4-DF84354C7881}"/>
                </a:ext>
              </a:extLst>
            </p:cNvPr>
            <p:cNvSpPr/>
            <p:nvPr userDrawn="1"/>
          </p:nvSpPr>
          <p:spPr>
            <a:xfrm>
              <a:off x="23195533" y="1307953"/>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B3A95A34-7E24-90F5-057A-DF9E87C66D4F}"/>
                </a:ext>
              </a:extLst>
            </p:cNvPr>
            <p:cNvSpPr/>
            <p:nvPr userDrawn="1"/>
          </p:nvSpPr>
          <p:spPr>
            <a:xfrm>
              <a:off x="23195532" y="1872241"/>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C67F0090-A7E2-89EE-E302-3A002D09B76F}"/>
                </a:ext>
              </a:extLst>
            </p:cNvPr>
            <p:cNvSpPr/>
            <p:nvPr userDrawn="1"/>
          </p:nvSpPr>
          <p:spPr>
            <a:xfrm>
              <a:off x="23195532" y="2436529"/>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C6406FAC-C9F5-2196-6685-FBF50AC240C7}"/>
                </a:ext>
              </a:extLst>
            </p:cNvPr>
            <p:cNvSpPr/>
            <p:nvPr userDrawn="1"/>
          </p:nvSpPr>
          <p:spPr>
            <a:xfrm>
              <a:off x="23195532" y="3000817"/>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E4FB0E4D-5BDF-2F0F-402C-F6C2FA743D5A}"/>
                </a:ext>
              </a:extLst>
            </p:cNvPr>
            <p:cNvSpPr/>
            <p:nvPr userDrawn="1"/>
          </p:nvSpPr>
          <p:spPr>
            <a:xfrm>
              <a:off x="23195532" y="3565107"/>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9" name="Picture 8">
            <a:extLst>
              <a:ext uri="{FF2B5EF4-FFF2-40B4-BE49-F238E27FC236}">
                <a16:creationId xmlns:a16="http://schemas.microsoft.com/office/drawing/2014/main" id="{8A523F13-2585-E0CF-B408-841087C1542C}"/>
              </a:ext>
              <a:ext uri="{C183D7F6-B498-43B3-948B-1728B52AA6E4}">
                <adec:decorative xmlns:adec="http://schemas.microsoft.com/office/drawing/2017/decorative" val="1"/>
              </a:ext>
            </a:extLst>
          </p:cNvPr>
          <p:cNvPicPr>
            <a:picLocks noChangeAspect="1"/>
          </p:cNvPicPr>
          <p:nvPr/>
        </p:nvPicPr>
        <p:blipFill rotWithShape="1">
          <a:blip r:embed="rId3"/>
          <a:srcRect l="1" r="39071"/>
          <a:stretch/>
        </p:blipFill>
        <p:spPr>
          <a:xfrm>
            <a:off x="11596250" y="1981200"/>
            <a:ext cx="595744" cy="4876800"/>
          </a:xfrm>
          <a:prstGeom prst="rect">
            <a:avLst/>
          </a:prstGeom>
        </p:spPr>
      </p:pic>
      <p:sp>
        <p:nvSpPr>
          <p:cNvPr id="2" name="Title 3">
            <a:extLst>
              <a:ext uri="{FF2B5EF4-FFF2-40B4-BE49-F238E27FC236}">
                <a16:creationId xmlns:a16="http://schemas.microsoft.com/office/drawing/2014/main" id="{7B871660-E258-EA73-D579-547EDF741189}"/>
              </a:ext>
            </a:extLst>
          </p:cNvPr>
          <p:cNvSpPr>
            <a:spLocks noGrp="1"/>
          </p:cNvSpPr>
          <p:nvPr>
            <p:ph type="title" hasCustomPrompt="1"/>
          </p:nvPr>
        </p:nvSpPr>
        <p:spPr>
          <a:xfrm>
            <a:off x="4997018" y="3278623"/>
            <a:ext cx="5974354" cy="1000146"/>
          </a:xfrm>
        </p:spPr>
        <p:txBody>
          <a:bodyPr/>
          <a:lstStyle>
            <a:lvl1pPr>
              <a:defRPr sz="5299"/>
            </a:lvl1pPr>
          </a:lstStyle>
          <a:p>
            <a:r>
              <a:rPr lang="en-US" dirty="0"/>
              <a:t>Thank you</a:t>
            </a:r>
          </a:p>
        </p:txBody>
      </p:sp>
      <p:cxnSp>
        <p:nvCxnSpPr>
          <p:cNvPr id="23" name="Straight Connector 22">
            <a:extLst>
              <a:ext uri="{FF2B5EF4-FFF2-40B4-BE49-F238E27FC236}">
                <a16:creationId xmlns:a16="http://schemas.microsoft.com/office/drawing/2014/main" id="{D8A43E7A-35ED-91E3-9474-4044D7B529F9}"/>
              </a:ext>
            </a:extLst>
          </p:cNvPr>
          <p:cNvCxnSpPr/>
          <p:nvPr/>
        </p:nvCxnSpPr>
        <p:spPr>
          <a:xfrm>
            <a:off x="4997019" y="4519612"/>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2" name="Text Placeholder 10">
            <a:extLst>
              <a:ext uri="{FF2B5EF4-FFF2-40B4-BE49-F238E27FC236}">
                <a16:creationId xmlns:a16="http://schemas.microsoft.com/office/drawing/2014/main" id="{93FF432A-71A0-AEB2-CD70-56E9AE449AF1}"/>
              </a:ext>
            </a:extLst>
          </p:cNvPr>
          <p:cNvSpPr>
            <a:spLocks noGrp="1"/>
          </p:cNvSpPr>
          <p:nvPr>
            <p:ph type="body" sz="quarter" idx="12" hasCustomPrompt="1"/>
          </p:nvPr>
        </p:nvSpPr>
        <p:spPr>
          <a:xfrm>
            <a:off x="4997019" y="4737600"/>
            <a:ext cx="5974353" cy="876650"/>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
        <p:nvSpPr>
          <p:cNvPr id="3" name="Content Placeholder 4">
            <a:extLst>
              <a:ext uri="{FF2B5EF4-FFF2-40B4-BE49-F238E27FC236}">
                <a16:creationId xmlns:a16="http://schemas.microsoft.com/office/drawing/2014/main" id="{D4F121D8-5E9A-E98E-0916-94DC95ABE936}"/>
              </a:ext>
            </a:extLst>
          </p:cNvPr>
          <p:cNvSpPr>
            <a:spLocks noGrp="1"/>
          </p:cNvSpPr>
          <p:nvPr>
            <p:ph sz="quarter" idx="14" hasCustomPrompt="1"/>
          </p:nvPr>
        </p:nvSpPr>
        <p:spPr>
          <a:xfrm>
            <a:off x="1382077" y="2516510"/>
            <a:ext cx="2826038" cy="748410"/>
          </a:xfrm>
        </p:spPr>
        <p:txBody>
          <a:bodyPr/>
          <a:lstStyle>
            <a:lvl1pPr marL="0" indent="0" algn="ctr">
              <a:buNone/>
              <a:defRPr>
                <a:solidFill>
                  <a:schemeClr val="bg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Crev-357</a:t>
            </a:r>
            <a:br>
              <a:rPr lang="en-US" dirty="0"/>
            </a:br>
            <a:r>
              <a:rPr lang="en-US" dirty="0"/>
              <a:t>Unit Identifier (.</a:t>
            </a:r>
            <a:r>
              <a:rPr lang="en-US" dirty="0" err="1"/>
              <a:t>png</a:t>
            </a:r>
            <a:r>
              <a:rPr lang="en-US" dirty="0"/>
              <a:t>)</a:t>
            </a:r>
          </a:p>
        </p:txBody>
      </p:sp>
    </p:spTree>
    <p:extLst>
      <p:ext uri="{BB962C8B-B14F-4D97-AF65-F5344CB8AC3E}">
        <p14:creationId xmlns:p14="http://schemas.microsoft.com/office/powerpoint/2010/main" val="361277346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Horizontal End-Photo">
    <p:bg>
      <p:bgRef idx="1001">
        <a:schemeClr val="bg2"/>
      </p:bgRef>
    </p:bg>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C2FE1179-060A-3D27-82A8-FF922A9D20B4}"/>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41" name="Rectangle 40">
              <a:extLst>
                <a:ext uri="{FF2B5EF4-FFF2-40B4-BE49-F238E27FC236}">
                  <a16:creationId xmlns:a16="http://schemas.microsoft.com/office/drawing/2014/main" id="{63785700-D940-CF08-D71C-0DC555C6C817}"/>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2" name="Rectangle 41">
              <a:extLst>
                <a:ext uri="{FF2B5EF4-FFF2-40B4-BE49-F238E27FC236}">
                  <a16:creationId xmlns:a16="http://schemas.microsoft.com/office/drawing/2014/main" id="{5CFDE0A4-8993-7F70-FA2B-E75D9592E1E8}"/>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3" name="Rectangle 42">
              <a:extLst>
                <a:ext uri="{FF2B5EF4-FFF2-40B4-BE49-F238E27FC236}">
                  <a16:creationId xmlns:a16="http://schemas.microsoft.com/office/drawing/2014/main" id="{C359DB4F-63BF-4EFA-7266-F5478622B335}"/>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4" name="Rectangle 43">
              <a:extLst>
                <a:ext uri="{FF2B5EF4-FFF2-40B4-BE49-F238E27FC236}">
                  <a16:creationId xmlns:a16="http://schemas.microsoft.com/office/drawing/2014/main" id="{AB375E74-E1A5-397E-A084-12FE5D3832DF}"/>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5" name="Rectangle 44">
              <a:extLst>
                <a:ext uri="{FF2B5EF4-FFF2-40B4-BE49-F238E27FC236}">
                  <a16:creationId xmlns:a16="http://schemas.microsoft.com/office/drawing/2014/main" id="{5EA5C0FD-8892-4023-7176-401F72F5E9D7}"/>
                </a:ext>
              </a:extLst>
            </p:cNvPr>
            <p:cNvSpPr/>
            <p:nvPr userDrawn="1"/>
          </p:nvSpPr>
          <p:spPr>
            <a:xfrm rot="16200000">
              <a:off x="1960153"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6" name="Rectangle 45">
              <a:extLst>
                <a:ext uri="{FF2B5EF4-FFF2-40B4-BE49-F238E27FC236}">
                  <a16:creationId xmlns:a16="http://schemas.microsoft.com/office/drawing/2014/main" id="{20D614D3-0E10-A5E6-F530-292B871792E2}"/>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7" name="Rectangle 46">
              <a:extLst>
                <a:ext uri="{FF2B5EF4-FFF2-40B4-BE49-F238E27FC236}">
                  <a16:creationId xmlns:a16="http://schemas.microsoft.com/office/drawing/2014/main" id="{A12C8BD7-2A00-4A58-C7C4-FFB5A16E0C4E}"/>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8" name="Rectangle 47">
              <a:extLst>
                <a:ext uri="{FF2B5EF4-FFF2-40B4-BE49-F238E27FC236}">
                  <a16:creationId xmlns:a16="http://schemas.microsoft.com/office/drawing/2014/main" id="{562DFCC3-5056-E910-1AA7-8A6E8706840D}"/>
                </a:ext>
              </a:extLst>
            </p:cNvPr>
            <p:cNvSpPr/>
            <p:nvPr userDrawn="1"/>
          </p:nvSpPr>
          <p:spPr>
            <a:xfrm rot="16200000">
              <a:off x="366442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49" name="Rectangle 48">
              <a:extLst>
                <a:ext uri="{FF2B5EF4-FFF2-40B4-BE49-F238E27FC236}">
                  <a16:creationId xmlns:a16="http://schemas.microsoft.com/office/drawing/2014/main" id="{AFB788D6-F6E7-69DC-7B47-16066874EF93}"/>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0" name="Rectangle 49">
              <a:extLst>
                <a:ext uri="{FF2B5EF4-FFF2-40B4-BE49-F238E27FC236}">
                  <a16:creationId xmlns:a16="http://schemas.microsoft.com/office/drawing/2014/main" id="{6859C435-DF2E-74C7-556C-431C40B06EE0}"/>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1" name="Rectangle 50">
              <a:extLst>
                <a:ext uri="{FF2B5EF4-FFF2-40B4-BE49-F238E27FC236}">
                  <a16:creationId xmlns:a16="http://schemas.microsoft.com/office/drawing/2014/main" id="{0D394DE6-7BFA-0171-D496-99E4ECABB412}"/>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2" name="Rectangle 51">
              <a:extLst>
                <a:ext uri="{FF2B5EF4-FFF2-40B4-BE49-F238E27FC236}">
                  <a16:creationId xmlns:a16="http://schemas.microsoft.com/office/drawing/2014/main" id="{CF96C6D8-A646-6360-20C5-A538D8D4CACB}"/>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3" name="Rectangle 52">
              <a:extLst>
                <a:ext uri="{FF2B5EF4-FFF2-40B4-BE49-F238E27FC236}">
                  <a16:creationId xmlns:a16="http://schemas.microsoft.com/office/drawing/2014/main" id="{F73EEC1F-BB73-8C7F-1E19-DA55DEA55E31}"/>
                </a:ext>
              </a:extLst>
            </p:cNvPr>
            <p:cNvSpPr/>
            <p:nvPr userDrawn="1"/>
          </p:nvSpPr>
          <p:spPr>
            <a:xfrm rot="16200000">
              <a:off x="650487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32" name="Picture 31">
            <a:extLst>
              <a:ext uri="{FF2B5EF4-FFF2-40B4-BE49-F238E27FC236}">
                <a16:creationId xmlns:a16="http://schemas.microsoft.com/office/drawing/2014/main" id="{31B8CB2C-B1F8-C181-BD5D-282E6F2D06E0}"/>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54" name="Rectangle 53">
            <a:extLst>
              <a:ext uri="{FF2B5EF4-FFF2-40B4-BE49-F238E27FC236}">
                <a16:creationId xmlns:a16="http://schemas.microsoft.com/office/drawing/2014/main" id="{2DEE40D1-9264-E204-E475-6BCFCC6A63B1}"/>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55" name="TextBox 54">
            <a:extLst>
              <a:ext uri="{FF2B5EF4-FFF2-40B4-BE49-F238E27FC236}">
                <a16:creationId xmlns:a16="http://schemas.microsoft.com/office/drawing/2014/main" id="{AD24E991-74E6-5E5A-DB83-5DB4589E219D}"/>
              </a:ext>
            </a:extLst>
          </p:cNvPr>
          <p:cNvSpPr txBox="1"/>
          <p:nvPr/>
        </p:nvSpPr>
        <p:spPr>
          <a:xfrm rot="16200000">
            <a:off x="-848160" y="1420420"/>
            <a:ext cx="2035537" cy="323165"/>
          </a:xfrm>
          <a:prstGeom prst="rect">
            <a:avLst/>
          </a:prstGeom>
          <a:noFill/>
        </p:spPr>
        <p:txBody>
          <a:bodyPr wrap="square" rtlCol="0">
            <a:spAutoFit/>
          </a:bodyPr>
          <a:lstStyle/>
          <a:p>
            <a:r>
              <a:rPr lang="en-US" sz="750" spc="150">
                <a:solidFill>
                  <a:schemeClr val="bg2"/>
                </a:solidFill>
                <a:latin typeface="+mn-lt"/>
              </a:rPr>
              <a:t>COLORADO STATE UNIVERSITY</a:t>
            </a:r>
          </a:p>
        </p:txBody>
      </p:sp>
      <p:sp>
        <p:nvSpPr>
          <p:cNvPr id="3" name="Title 3">
            <a:extLst>
              <a:ext uri="{FF2B5EF4-FFF2-40B4-BE49-F238E27FC236}">
                <a16:creationId xmlns:a16="http://schemas.microsoft.com/office/drawing/2014/main" id="{6E9B5D57-54A9-7F8C-2F46-55114B41E4E3}"/>
              </a:ext>
            </a:extLst>
          </p:cNvPr>
          <p:cNvSpPr>
            <a:spLocks noGrp="1"/>
          </p:cNvSpPr>
          <p:nvPr>
            <p:ph type="title" hasCustomPrompt="1"/>
          </p:nvPr>
        </p:nvSpPr>
        <p:spPr>
          <a:xfrm>
            <a:off x="840224" y="2512488"/>
            <a:ext cx="7684852" cy="1000146"/>
          </a:xfrm>
        </p:spPr>
        <p:txBody>
          <a:bodyPr/>
          <a:lstStyle>
            <a:lvl1pPr>
              <a:defRPr sz="5299">
                <a:solidFill>
                  <a:schemeClr val="tx1"/>
                </a:solidFill>
              </a:defRPr>
            </a:lvl1pPr>
          </a:lstStyle>
          <a:p>
            <a:r>
              <a:rPr lang="en-US" dirty="0"/>
              <a:t>Thank you</a:t>
            </a:r>
          </a:p>
        </p:txBody>
      </p:sp>
      <p:cxnSp>
        <p:nvCxnSpPr>
          <p:cNvPr id="34" name="Straight Connector 33">
            <a:extLst>
              <a:ext uri="{FF2B5EF4-FFF2-40B4-BE49-F238E27FC236}">
                <a16:creationId xmlns:a16="http://schemas.microsoft.com/office/drawing/2014/main" id="{836EB418-AFEE-75E8-353E-C03A1972B6BA}"/>
              </a:ext>
            </a:extLst>
          </p:cNvPr>
          <p:cNvCxnSpPr/>
          <p:nvPr/>
        </p:nvCxnSpPr>
        <p:spPr>
          <a:xfrm>
            <a:off x="840229" y="3734199"/>
            <a:ext cx="803998" cy="0"/>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62" name="Text Placeholder 10">
            <a:extLst>
              <a:ext uri="{FF2B5EF4-FFF2-40B4-BE49-F238E27FC236}">
                <a16:creationId xmlns:a16="http://schemas.microsoft.com/office/drawing/2014/main" id="{1A90964D-CC75-6EDC-5E39-27DFBA10B268}"/>
              </a:ext>
            </a:extLst>
          </p:cNvPr>
          <p:cNvSpPr>
            <a:spLocks noGrp="1"/>
          </p:cNvSpPr>
          <p:nvPr>
            <p:ph type="body" sz="quarter" idx="14" hasCustomPrompt="1"/>
          </p:nvPr>
        </p:nvSpPr>
        <p:spPr>
          <a:xfrm>
            <a:off x="840229" y="3952214"/>
            <a:ext cx="7685972" cy="876650"/>
          </a:xfrm>
        </p:spPr>
        <p:txBody>
          <a:bodyPr wrap="square">
            <a:spAutoFit/>
          </a:bodyPr>
          <a:lstStyle>
            <a:lvl1pPr marL="0" indent="0">
              <a:buNone/>
              <a:defRPr sz="1600">
                <a:solidFill>
                  <a:schemeClr val="tx1"/>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
        <p:nvSpPr>
          <p:cNvPr id="39" name="Rectangle 38">
            <a:extLst>
              <a:ext uri="{FF2B5EF4-FFF2-40B4-BE49-F238E27FC236}">
                <a16:creationId xmlns:a16="http://schemas.microsoft.com/office/drawing/2014/main" id="{25C5AF0E-C6B4-8DAF-0272-0E12C0E01DE3}"/>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56" name="Picture 55">
            <a:extLst>
              <a:ext uri="{FF2B5EF4-FFF2-40B4-BE49-F238E27FC236}">
                <a16:creationId xmlns:a16="http://schemas.microsoft.com/office/drawing/2014/main" id="{E4EF3703-4192-DD20-BD1B-BFF64EE70224}"/>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pic>
        <p:nvPicPr>
          <p:cNvPr id="65" name="Picture 64" descr="Colorado State University symbol">
            <a:extLst>
              <a:ext uri="{FF2B5EF4-FFF2-40B4-BE49-F238E27FC236}">
                <a16:creationId xmlns:a16="http://schemas.microsoft.com/office/drawing/2014/main" id="{87C71800-8C64-3F11-5C45-70B4426F14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6451" y="2340370"/>
            <a:ext cx="1538452" cy="1538652"/>
          </a:xfrm>
          <a:prstGeom prst="rect">
            <a:avLst/>
          </a:prstGeom>
        </p:spPr>
      </p:pic>
      <p:pic>
        <p:nvPicPr>
          <p:cNvPr id="58" name="Picture 57">
            <a:extLst>
              <a:ext uri="{FF2B5EF4-FFF2-40B4-BE49-F238E27FC236}">
                <a16:creationId xmlns:a16="http://schemas.microsoft.com/office/drawing/2014/main" id="{C7F5A11D-0DB0-C073-C7F1-646999C222D9}"/>
              </a:ex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0" y="5639616"/>
            <a:ext cx="5932505" cy="1218384"/>
          </a:xfrm>
          <a:prstGeom prst="rect">
            <a:avLst/>
          </a:prstGeom>
        </p:spPr>
      </p:pic>
      <p:pic>
        <p:nvPicPr>
          <p:cNvPr id="59" name="Picture 58" descr="A landscape with trees and mountains in the background&#10;&#10;Description automatically generated">
            <a:extLst>
              <a:ext uri="{FF2B5EF4-FFF2-40B4-BE49-F238E27FC236}">
                <a16:creationId xmlns:a16="http://schemas.microsoft.com/office/drawing/2014/main" id="{2B4B4E82-B71D-5E67-0D28-5C4110BEE56D}"/>
              </a:ext>
            </a:extLst>
          </p:cNvPr>
          <p:cNvPicPr>
            <a:picLocks noChangeAspect="1"/>
          </p:cNvPicPr>
          <p:nvPr/>
        </p:nvPicPr>
        <p:blipFill rotWithShape="1">
          <a:blip r:embed="rId6"/>
          <a:srcRect t="-1" b="156"/>
          <a:stretch/>
        </p:blipFill>
        <p:spPr>
          <a:xfrm>
            <a:off x="5932505" y="5639616"/>
            <a:ext cx="6259495" cy="1218384"/>
          </a:xfrm>
          <a:prstGeom prst="rect">
            <a:avLst/>
          </a:prstGeom>
        </p:spPr>
      </p:pic>
    </p:spTree>
    <p:extLst>
      <p:ext uri="{BB962C8B-B14F-4D97-AF65-F5344CB8AC3E}">
        <p14:creationId xmlns:p14="http://schemas.microsoft.com/office/powerpoint/2010/main" val="95132796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Horizontal End-Unit ID">
    <p:bg>
      <p:bgRef idx="1001">
        <a:schemeClr val="bg2"/>
      </p:bgRef>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9FD7D883-B270-F549-2559-D5B13B8036DD}"/>
              </a:ext>
              <a:ext uri="{C183D7F6-B498-43B3-948B-1728B52AA6E4}">
                <adec:decorative xmlns:adec="http://schemas.microsoft.com/office/drawing/2017/decorative" val="1"/>
              </a:ext>
            </a:extLst>
          </p:cNvPr>
          <p:cNvGrpSpPr/>
          <p:nvPr/>
        </p:nvGrpSpPr>
        <p:grpSpPr>
          <a:xfrm>
            <a:off x="0" y="724"/>
            <a:ext cx="3691673" cy="533399"/>
            <a:chOff x="0" y="568749"/>
            <a:chExt cx="7384308" cy="1191643"/>
          </a:xfrm>
        </p:grpSpPr>
        <p:sp>
          <p:nvSpPr>
            <p:cNvPr id="13" name="Rectangle 12">
              <a:extLst>
                <a:ext uri="{FF2B5EF4-FFF2-40B4-BE49-F238E27FC236}">
                  <a16:creationId xmlns:a16="http://schemas.microsoft.com/office/drawing/2014/main" id="{55CAA24E-5D7E-37A6-0358-2053450C88EC}"/>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9DB60F00-2138-4957-6D9C-CB8EECCA6A32}"/>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0FC94719-6E1A-861F-5A89-2B0C32086C71}"/>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B9B66F7D-4AC1-1695-71BE-42953E420523}"/>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51F0055D-678D-02E2-B9A2-22E310559638}"/>
                </a:ext>
              </a:extLst>
            </p:cNvPr>
            <p:cNvSpPr/>
            <p:nvPr userDrawn="1"/>
          </p:nvSpPr>
          <p:spPr>
            <a:xfrm rot="16200000">
              <a:off x="1960153"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8" name="Rectangle 17">
              <a:extLst>
                <a:ext uri="{FF2B5EF4-FFF2-40B4-BE49-F238E27FC236}">
                  <a16:creationId xmlns:a16="http://schemas.microsoft.com/office/drawing/2014/main" id="{00A159A4-A164-78DE-9C64-DB3DDD80759B}"/>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9" name="Rectangle 18">
              <a:extLst>
                <a:ext uri="{FF2B5EF4-FFF2-40B4-BE49-F238E27FC236}">
                  <a16:creationId xmlns:a16="http://schemas.microsoft.com/office/drawing/2014/main" id="{DC0515D4-FC0C-F60E-FFBA-C564ED6C31CC}"/>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0" name="Rectangle 19">
              <a:extLst>
                <a:ext uri="{FF2B5EF4-FFF2-40B4-BE49-F238E27FC236}">
                  <a16:creationId xmlns:a16="http://schemas.microsoft.com/office/drawing/2014/main" id="{F9E71664-C0E2-BBEF-01C7-C18F330D1B83}"/>
                </a:ext>
              </a:extLst>
            </p:cNvPr>
            <p:cNvSpPr/>
            <p:nvPr userDrawn="1"/>
          </p:nvSpPr>
          <p:spPr>
            <a:xfrm rot="16200000">
              <a:off x="366442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1" name="Rectangle 20">
              <a:extLst>
                <a:ext uri="{FF2B5EF4-FFF2-40B4-BE49-F238E27FC236}">
                  <a16:creationId xmlns:a16="http://schemas.microsoft.com/office/drawing/2014/main" id="{32E15457-23F9-1462-17FD-D370604D2B2F}"/>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2" name="Rectangle 21">
              <a:extLst>
                <a:ext uri="{FF2B5EF4-FFF2-40B4-BE49-F238E27FC236}">
                  <a16:creationId xmlns:a16="http://schemas.microsoft.com/office/drawing/2014/main" id="{C379B63E-2F05-7771-8B5A-CD4F5C5775DF}"/>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3" name="Rectangle 22">
              <a:extLst>
                <a:ext uri="{FF2B5EF4-FFF2-40B4-BE49-F238E27FC236}">
                  <a16:creationId xmlns:a16="http://schemas.microsoft.com/office/drawing/2014/main" id="{B360FA36-18EB-440D-66A1-2DA65C58A108}"/>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4" name="Rectangle 23">
              <a:extLst>
                <a:ext uri="{FF2B5EF4-FFF2-40B4-BE49-F238E27FC236}">
                  <a16:creationId xmlns:a16="http://schemas.microsoft.com/office/drawing/2014/main" id="{B5EE73CC-883D-5DDA-8E53-A52D44D3F35F}"/>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25" name="Rectangle 24">
              <a:extLst>
                <a:ext uri="{FF2B5EF4-FFF2-40B4-BE49-F238E27FC236}">
                  <a16:creationId xmlns:a16="http://schemas.microsoft.com/office/drawing/2014/main" id="{E0F89C42-E7C2-EF90-0EB9-65EBD0AAEFC7}"/>
                </a:ext>
              </a:extLst>
            </p:cNvPr>
            <p:cNvSpPr/>
            <p:nvPr userDrawn="1"/>
          </p:nvSpPr>
          <p:spPr>
            <a:xfrm rot="16200000">
              <a:off x="6504876" y="880960"/>
              <a:ext cx="1191643" cy="567221"/>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pic>
        <p:nvPicPr>
          <p:cNvPr id="2" name="Picture 1">
            <a:extLst>
              <a:ext uri="{FF2B5EF4-FFF2-40B4-BE49-F238E27FC236}">
                <a16:creationId xmlns:a16="http://schemas.microsoft.com/office/drawing/2014/main" id="{70A2CF78-6DF9-46D2-E3BE-B3129B78468F}"/>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3691674" y="0"/>
            <a:ext cx="8500327" cy="532065"/>
          </a:xfrm>
          <a:prstGeom prst="rect">
            <a:avLst/>
          </a:prstGeom>
        </p:spPr>
      </p:pic>
      <p:sp>
        <p:nvSpPr>
          <p:cNvPr id="7" name="Rectangle 6">
            <a:extLst>
              <a:ext uri="{FF2B5EF4-FFF2-40B4-BE49-F238E27FC236}">
                <a16:creationId xmlns:a16="http://schemas.microsoft.com/office/drawing/2014/main" id="{8EA964AB-F4DE-6C73-1553-B34261756381}"/>
              </a:ext>
              <a:ext uri="{C183D7F6-B498-43B3-948B-1728B52AA6E4}">
                <adec:decorative xmlns:adec="http://schemas.microsoft.com/office/drawing/2017/decorative" val="1"/>
              </a:ext>
            </a:extLst>
          </p:cNvPr>
          <p:cNvSpPr/>
          <p:nvPr/>
        </p:nvSpPr>
        <p:spPr>
          <a:xfrm>
            <a:off x="-2166" y="533400"/>
            <a:ext cx="283574" cy="51120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TextBox 7">
            <a:extLst>
              <a:ext uri="{FF2B5EF4-FFF2-40B4-BE49-F238E27FC236}">
                <a16:creationId xmlns:a16="http://schemas.microsoft.com/office/drawing/2014/main" id="{36870867-B712-9586-12B8-A508F5AD89AE}"/>
              </a:ext>
            </a:extLst>
          </p:cNvPr>
          <p:cNvSpPr txBox="1"/>
          <p:nvPr/>
        </p:nvSpPr>
        <p:spPr>
          <a:xfrm rot="16200000">
            <a:off x="-848160" y="1420420"/>
            <a:ext cx="2035537" cy="323165"/>
          </a:xfrm>
          <a:prstGeom prst="rect">
            <a:avLst/>
          </a:prstGeom>
          <a:noFill/>
        </p:spPr>
        <p:txBody>
          <a:bodyPr wrap="square" rtlCol="0">
            <a:spAutoFit/>
          </a:bodyPr>
          <a:lstStyle/>
          <a:p>
            <a:r>
              <a:rPr lang="en-US" sz="750" spc="150">
                <a:solidFill>
                  <a:schemeClr val="bg2"/>
                </a:solidFill>
                <a:latin typeface="+mn-lt"/>
              </a:rPr>
              <a:t>COLORADO STATE UNIVERSITY</a:t>
            </a:r>
          </a:p>
        </p:txBody>
      </p:sp>
      <p:sp>
        <p:nvSpPr>
          <p:cNvPr id="3" name="Title 3">
            <a:extLst>
              <a:ext uri="{FF2B5EF4-FFF2-40B4-BE49-F238E27FC236}">
                <a16:creationId xmlns:a16="http://schemas.microsoft.com/office/drawing/2014/main" id="{C51D96B2-D307-B41F-488C-8D20526E9525}"/>
              </a:ext>
            </a:extLst>
          </p:cNvPr>
          <p:cNvSpPr>
            <a:spLocks noGrp="1"/>
          </p:cNvSpPr>
          <p:nvPr>
            <p:ph type="title" hasCustomPrompt="1"/>
          </p:nvPr>
        </p:nvSpPr>
        <p:spPr>
          <a:xfrm>
            <a:off x="840224" y="2512488"/>
            <a:ext cx="7684852" cy="1000146"/>
          </a:xfrm>
        </p:spPr>
        <p:txBody>
          <a:bodyPr/>
          <a:lstStyle>
            <a:lvl1pPr>
              <a:defRPr sz="5299">
                <a:solidFill>
                  <a:schemeClr val="tx1"/>
                </a:solidFill>
              </a:defRPr>
            </a:lvl1pPr>
          </a:lstStyle>
          <a:p>
            <a:r>
              <a:rPr lang="en-US" dirty="0"/>
              <a:t>Thank you</a:t>
            </a:r>
          </a:p>
        </p:txBody>
      </p:sp>
      <p:cxnSp>
        <p:nvCxnSpPr>
          <p:cNvPr id="34" name="Straight Connector 33">
            <a:extLst>
              <a:ext uri="{FF2B5EF4-FFF2-40B4-BE49-F238E27FC236}">
                <a16:creationId xmlns:a16="http://schemas.microsoft.com/office/drawing/2014/main" id="{836EB418-AFEE-75E8-353E-C03A1972B6BA}"/>
              </a:ext>
            </a:extLst>
          </p:cNvPr>
          <p:cNvCxnSpPr/>
          <p:nvPr/>
        </p:nvCxnSpPr>
        <p:spPr>
          <a:xfrm>
            <a:off x="840229" y="3734199"/>
            <a:ext cx="803998" cy="0"/>
          </a:xfrm>
          <a:prstGeom prst="line">
            <a:avLst/>
          </a:prstGeom>
          <a:ln w="28575">
            <a:solidFill>
              <a:schemeClr val="accent2"/>
            </a:solidFill>
          </a:ln>
          <a:effectLst/>
        </p:spPr>
        <p:style>
          <a:lnRef idx="2">
            <a:schemeClr val="accent1"/>
          </a:lnRef>
          <a:fillRef idx="0">
            <a:schemeClr val="accent1"/>
          </a:fillRef>
          <a:effectRef idx="1">
            <a:schemeClr val="accent1"/>
          </a:effectRef>
          <a:fontRef idx="minor">
            <a:schemeClr val="tx1"/>
          </a:fontRef>
        </p:style>
      </p:cxnSp>
      <p:sp>
        <p:nvSpPr>
          <p:cNvPr id="62" name="Text Placeholder 10">
            <a:extLst>
              <a:ext uri="{FF2B5EF4-FFF2-40B4-BE49-F238E27FC236}">
                <a16:creationId xmlns:a16="http://schemas.microsoft.com/office/drawing/2014/main" id="{1A90964D-CC75-6EDC-5E39-27DFBA10B268}"/>
              </a:ext>
            </a:extLst>
          </p:cNvPr>
          <p:cNvSpPr>
            <a:spLocks noGrp="1"/>
          </p:cNvSpPr>
          <p:nvPr>
            <p:ph type="body" sz="quarter" idx="14" hasCustomPrompt="1"/>
          </p:nvPr>
        </p:nvSpPr>
        <p:spPr>
          <a:xfrm>
            <a:off x="840229" y="3952214"/>
            <a:ext cx="7685972" cy="876650"/>
          </a:xfrm>
        </p:spPr>
        <p:txBody>
          <a:bodyPr wrap="square">
            <a:spAutoFit/>
          </a:bodyPr>
          <a:lstStyle>
            <a:lvl1pPr marL="0" indent="0">
              <a:buNone/>
              <a:defRPr sz="1600">
                <a:solidFill>
                  <a:schemeClr val="tx1"/>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
        <p:nvSpPr>
          <p:cNvPr id="6" name="Rectangle 5">
            <a:extLst>
              <a:ext uri="{FF2B5EF4-FFF2-40B4-BE49-F238E27FC236}">
                <a16:creationId xmlns:a16="http://schemas.microsoft.com/office/drawing/2014/main" id="{7EAC12B0-8979-9846-9D7C-586F9FFEC266}"/>
              </a:ext>
              <a:ext uri="{C183D7F6-B498-43B3-948B-1728B52AA6E4}">
                <adec:decorative xmlns:adec="http://schemas.microsoft.com/office/drawing/2017/decorative" val="1"/>
              </a:ext>
            </a:extLst>
          </p:cNvPr>
          <p:cNvSpPr/>
          <p:nvPr/>
        </p:nvSpPr>
        <p:spPr>
          <a:xfrm>
            <a:off x="9132174" y="532514"/>
            <a:ext cx="308304" cy="511181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9" name="Picture 8">
            <a:extLst>
              <a:ext uri="{FF2B5EF4-FFF2-40B4-BE49-F238E27FC236}">
                <a16:creationId xmlns:a16="http://schemas.microsoft.com/office/drawing/2014/main" id="{2319B56A-0878-3613-5140-FDCEF57811D3}"/>
              </a:ext>
              <a:ext uri="{C183D7F6-B498-43B3-948B-1728B52AA6E4}">
                <adec:decorative xmlns:adec="http://schemas.microsoft.com/office/drawing/2017/decorative" val="1"/>
              </a:ext>
            </a:extLst>
          </p:cNvPr>
          <p:cNvPicPr>
            <a:picLocks noChangeAspect="1"/>
          </p:cNvPicPr>
          <p:nvPr/>
        </p:nvPicPr>
        <p:blipFill rotWithShape="1">
          <a:blip r:embed="rId3"/>
          <a:srcRect l="2279"/>
          <a:stretch/>
        </p:blipFill>
        <p:spPr>
          <a:xfrm>
            <a:off x="9440482" y="532951"/>
            <a:ext cx="2751518" cy="5112040"/>
          </a:xfrm>
          <a:prstGeom prst="rect">
            <a:avLst/>
          </a:prstGeom>
        </p:spPr>
      </p:pic>
      <p:pic>
        <p:nvPicPr>
          <p:cNvPr id="10" name="Picture 9">
            <a:extLst>
              <a:ext uri="{FF2B5EF4-FFF2-40B4-BE49-F238E27FC236}">
                <a16:creationId xmlns:a16="http://schemas.microsoft.com/office/drawing/2014/main" id="{6F5DAD25-4FAB-CFBA-CB12-A4018C1A5B11}"/>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0" y="5639616"/>
            <a:ext cx="5932505" cy="1218384"/>
          </a:xfrm>
          <a:prstGeom prst="rect">
            <a:avLst/>
          </a:prstGeom>
        </p:spPr>
      </p:pic>
      <p:sp>
        <p:nvSpPr>
          <p:cNvPr id="26" name="Picture Placeholder 9">
            <a:extLst>
              <a:ext uri="{FF2B5EF4-FFF2-40B4-BE49-F238E27FC236}">
                <a16:creationId xmlns:a16="http://schemas.microsoft.com/office/drawing/2014/main" id="{CCA1A5C8-CE3D-9DDD-E962-CBF30AD2166E}"/>
              </a:ext>
            </a:extLst>
          </p:cNvPr>
          <p:cNvSpPr>
            <a:spLocks noGrp="1"/>
          </p:cNvSpPr>
          <p:nvPr>
            <p:ph type="pic" sz="quarter" idx="17" hasCustomPrompt="1"/>
          </p:nvPr>
        </p:nvSpPr>
        <p:spPr>
          <a:xfrm>
            <a:off x="5932505" y="5639616"/>
            <a:ext cx="6242306" cy="1218384"/>
          </a:xfrm>
        </p:spPr>
        <p:txBody>
          <a:bodyPr anchor="ctr" anchorCtr="0">
            <a:noAutofit/>
          </a:bodyPr>
          <a:lstStyle>
            <a:lvl1pPr marL="0" indent="0" algn="ctr">
              <a:buNone/>
              <a:defRPr>
                <a:solidFill>
                  <a:schemeClr val="tx1"/>
                </a:solidFill>
              </a:defRPr>
            </a:lvl1pPr>
          </a:lstStyle>
          <a:p>
            <a:r>
              <a:rPr lang="en-US"/>
              <a:t>Click to insert photo</a:t>
            </a:r>
          </a:p>
        </p:txBody>
      </p:sp>
      <p:sp>
        <p:nvSpPr>
          <p:cNvPr id="5" name="Content Placeholder 4">
            <a:extLst>
              <a:ext uri="{FF2B5EF4-FFF2-40B4-BE49-F238E27FC236}">
                <a16:creationId xmlns:a16="http://schemas.microsoft.com/office/drawing/2014/main" id="{D49D6849-15DF-0402-B46E-CADC46EF3001}"/>
              </a:ext>
            </a:extLst>
          </p:cNvPr>
          <p:cNvSpPr>
            <a:spLocks noGrp="1"/>
          </p:cNvSpPr>
          <p:nvPr>
            <p:ph sz="quarter" idx="18" hasCustomPrompt="1"/>
          </p:nvPr>
        </p:nvSpPr>
        <p:spPr>
          <a:xfrm>
            <a:off x="9591148" y="2294649"/>
            <a:ext cx="2450186" cy="748410"/>
          </a:xfrm>
        </p:spPr>
        <p:txBody>
          <a:bodyPr/>
          <a:lstStyle>
            <a:lvl1pPr marL="0" indent="0" algn="ctr">
              <a:buNone/>
              <a:defRPr>
                <a:solidFill>
                  <a:schemeClr val="bg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Crev-357</a:t>
            </a:r>
            <a:br>
              <a:rPr lang="en-US" dirty="0"/>
            </a:br>
            <a:r>
              <a:rPr lang="en-US" dirty="0"/>
              <a:t>Unit Identifier (.</a:t>
            </a:r>
            <a:r>
              <a:rPr lang="en-US" dirty="0" err="1"/>
              <a:t>png</a:t>
            </a:r>
            <a:r>
              <a:rPr lang="en-US" dirty="0"/>
              <a:t>)</a:t>
            </a:r>
          </a:p>
        </p:txBody>
      </p:sp>
    </p:spTree>
    <p:extLst>
      <p:ext uri="{BB962C8B-B14F-4D97-AF65-F5344CB8AC3E}">
        <p14:creationId xmlns:p14="http://schemas.microsoft.com/office/powerpoint/2010/main" val="240584267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Horizontal End White-Photo">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7CB740-2652-06EA-4C66-40652C715F62}"/>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794" y="0"/>
            <a:ext cx="8500327" cy="532065"/>
          </a:xfrm>
          <a:prstGeom prst="rect">
            <a:avLst/>
          </a:prstGeom>
        </p:spPr>
      </p:pic>
      <p:grpSp>
        <p:nvGrpSpPr>
          <p:cNvPr id="3" name="Group 2">
            <a:extLst>
              <a:ext uri="{FF2B5EF4-FFF2-40B4-BE49-F238E27FC236}">
                <a16:creationId xmlns:a16="http://schemas.microsoft.com/office/drawing/2014/main" id="{05046AC8-DA72-C01A-0BA2-1044ADF16BA4}"/>
              </a:ext>
              <a:ext uri="{C183D7F6-B498-43B3-948B-1728B52AA6E4}">
                <adec:decorative xmlns:adec="http://schemas.microsoft.com/office/drawing/2017/decorative" val="1"/>
              </a:ext>
            </a:extLst>
          </p:cNvPr>
          <p:cNvGrpSpPr/>
          <p:nvPr/>
        </p:nvGrpSpPr>
        <p:grpSpPr>
          <a:xfrm>
            <a:off x="8500327" y="724"/>
            <a:ext cx="3691673" cy="533399"/>
            <a:chOff x="0" y="568749"/>
            <a:chExt cx="7384308" cy="1191643"/>
          </a:xfrm>
        </p:grpSpPr>
        <p:sp>
          <p:nvSpPr>
            <p:cNvPr id="4" name="Rectangle 3">
              <a:extLst>
                <a:ext uri="{FF2B5EF4-FFF2-40B4-BE49-F238E27FC236}">
                  <a16:creationId xmlns:a16="http://schemas.microsoft.com/office/drawing/2014/main" id="{C70A003C-8597-5C2A-FEAD-5F6DD776855A}"/>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B6D8B7DD-60DD-7BC0-2790-7041D7A427C7}"/>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0D3ADF33-B57A-5C56-7370-EA81B1A8B80A}"/>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7D010E03-07A7-D667-8F6B-C0CE97D176D5}"/>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012AC8BB-8F7D-31EF-A23A-403902D6FCCF}"/>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6C1C9CD9-87A0-5C1E-A4B7-C62DBEDCE253}"/>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2191C7E4-430F-7154-382D-E456A28DCCEB}"/>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B1273BBC-9D32-45EB-3BB9-60AF8CDED1F3}"/>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85DF5F6C-6598-CF4A-A3BF-2A4793E69101}"/>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C5A3A7B9-6406-FA34-CB33-5AA9018B5305}"/>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DC391F33-105F-F2CC-3F5E-99FB47447420}"/>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A93F77B8-D938-C5E1-61CC-8EE93D95B500}"/>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6B2F4232-7F4A-773E-0936-295B0EDD8702}"/>
                </a:ext>
              </a:extLst>
            </p:cNvPr>
            <p:cNvSpPr/>
            <p:nvPr userDrawn="1"/>
          </p:nvSpPr>
          <p:spPr>
            <a:xfrm rot="16200000">
              <a:off x="6504876"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sp>
        <p:nvSpPr>
          <p:cNvPr id="18" name="Rectangle 17">
            <a:extLst>
              <a:ext uri="{FF2B5EF4-FFF2-40B4-BE49-F238E27FC236}">
                <a16:creationId xmlns:a16="http://schemas.microsoft.com/office/drawing/2014/main" id="{46B7AEF9-C019-9408-AE70-BF317347D915}"/>
              </a:ext>
              <a:ext uri="{C183D7F6-B498-43B3-948B-1728B52AA6E4}">
                <adec:decorative xmlns:adec="http://schemas.microsoft.com/office/drawing/2017/decorative" val="1"/>
              </a:ext>
            </a:extLst>
          </p:cNvPr>
          <p:cNvSpPr/>
          <p:nvPr/>
        </p:nvSpPr>
        <p:spPr>
          <a:xfrm>
            <a:off x="8500327" y="532065"/>
            <a:ext cx="141787" cy="6325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19" name="Picture 18">
            <a:extLst>
              <a:ext uri="{FF2B5EF4-FFF2-40B4-BE49-F238E27FC236}">
                <a16:creationId xmlns:a16="http://schemas.microsoft.com/office/drawing/2014/main" id="{16A5E7FE-8D4F-CDF0-2382-C7356003CDA8}"/>
              </a:ext>
              <a:ext uri="{C183D7F6-B498-43B3-948B-1728B52AA6E4}">
                <adec:decorative xmlns:adec="http://schemas.microsoft.com/office/drawing/2017/decorative" val="1"/>
              </a:ext>
            </a:extLst>
          </p:cNvPr>
          <p:cNvPicPr>
            <a:picLocks noChangeAspect="1"/>
          </p:cNvPicPr>
          <p:nvPr/>
        </p:nvPicPr>
        <p:blipFill rotWithShape="1">
          <a:blip r:embed="rId3"/>
          <a:srcRect l="3601" b="1351"/>
          <a:stretch/>
        </p:blipFill>
        <p:spPr>
          <a:xfrm>
            <a:off x="8642114" y="5779836"/>
            <a:ext cx="3549886" cy="1077441"/>
          </a:xfrm>
          <a:prstGeom prst="rect">
            <a:avLst/>
          </a:prstGeom>
        </p:spPr>
      </p:pic>
      <p:sp>
        <p:nvSpPr>
          <p:cNvPr id="20" name="Title 3">
            <a:extLst>
              <a:ext uri="{FF2B5EF4-FFF2-40B4-BE49-F238E27FC236}">
                <a16:creationId xmlns:a16="http://schemas.microsoft.com/office/drawing/2014/main" id="{EF90869F-30B6-3341-4303-FCC0E679F4D9}"/>
              </a:ext>
            </a:extLst>
          </p:cNvPr>
          <p:cNvSpPr>
            <a:spLocks noGrp="1"/>
          </p:cNvSpPr>
          <p:nvPr>
            <p:ph type="title" hasCustomPrompt="1"/>
          </p:nvPr>
        </p:nvSpPr>
        <p:spPr>
          <a:xfrm>
            <a:off x="564759" y="2047940"/>
            <a:ext cx="7354857" cy="1000146"/>
          </a:xfrm>
        </p:spPr>
        <p:txBody>
          <a:bodyPr/>
          <a:lstStyle>
            <a:lvl1pPr>
              <a:defRPr sz="5299">
                <a:solidFill>
                  <a:schemeClr val="tx2"/>
                </a:solidFill>
              </a:defRPr>
            </a:lvl1pPr>
          </a:lstStyle>
          <a:p>
            <a:r>
              <a:rPr lang="en-US" dirty="0"/>
              <a:t>Thank you</a:t>
            </a:r>
          </a:p>
        </p:txBody>
      </p:sp>
      <p:cxnSp>
        <p:nvCxnSpPr>
          <p:cNvPr id="22" name="Straight Connector 21">
            <a:extLst>
              <a:ext uri="{FF2B5EF4-FFF2-40B4-BE49-F238E27FC236}">
                <a16:creationId xmlns:a16="http://schemas.microsoft.com/office/drawing/2014/main" id="{BDB0D20F-F3A0-591D-DC44-7DF74C18AA0E}"/>
              </a:ext>
            </a:extLst>
          </p:cNvPr>
          <p:cNvCxnSpPr/>
          <p:nvPr/>
        </p:nvCxnSpPr>
        <p:spPr>
          <a:xfrm>
            <a:off x="564760" y="3302171"/>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pic>
        <p:nvPicPr>
          <p:cNvPr id="23" name="Picture 22" descr="Colorado State University logo">
            <a:extLst>
              <a:ext uri="{FF2B5EF4-FFF2-40B4-BE49-F238E27FC236}">
                <a16:creationId xmlns:a16="http://schemas.microsoft.com/office/drawing/2014/main" id="{0AC6BB0B-CF97-DC35-C2F8-4B56E77157CF}"/>
              </a:ext>
            </a:extLst>
          </p:cNvPr>
          <p:cNvPicPr>
            <a:picLocks noChangeAspect="1"/>
          </p:cNvPicPr>
          <p:nvPr/>
        </p:nvPicPr>
        <p:blipFill>
          <a:blip r:embed="rId4"/>
          <a:stretch>
            <a:fillRect/>
          </a:stretch>
        </p:blipFill>
        <p:spPr>
          <a:xfrm>
            <a:off x="425169" y="5854263"/>
            <a:ext cx="3924809" cy="785064"/>
          </a:xfrm>
          <a:prstGeom prst="rect">
            <a:avLst/>
          </a:prstGeom>
        </p:spPr>
      </p:pic>
      <p:pic>
        <p:nvPicPr>
          <p:cNvPr id="24" name="Picture 23" descr="A skateboarder riding past a building">
            <a:extLst>
              <a:ext uri="{FF2B5EF4-FFF2-40B4-BE49-F238E27FC236}">
                <a16:creationId xmlns:a16="http://schemas.microsoft.com/office/drawing/2014/main" id="{C514C1F5-F327-137A-EB9B-C8FD50725C3E}"/>
              </a:ext>
            </a:extLst>
          </p:cNvPr>
          <p:cNvPicPr>
            <a:picLocks noChangeAspect="1"/>
          </p:cNvPicPr>
          <p:nvPr/>
        </p:nvPicPr>
        <p:blipFill rotWithShape="1">
          <a:blip r:embed="rId5"/>
          <a:srcRect l="-1" r="5435" b="53244"/>
          <a:stretch/>
        </p:blipFill>
        <p:spPr>
          <a:xfrm>
            <a:off x="8642115" y="532065"/>
            <a:ext cx="3549885" cy="2470764"/>
          </a:xfrm>
          <a:prstGeom prst="rect">
            <a:avLst/>
          </a:prstGeom>
        </p:spPr>
      </p:pic>
      <p:pic>
        <p:nvPicPr>
          <p:cNvPr id="25" name="Picture 24" descr="A student looking into a microscope">
            <a:extLst>
              <a:ext uri="{FF2B5EF4-FFF2-40B4-BE49-F238E27FC236}">
                <a16:creationId xmlns:a16="http://schemas.microsoft.com/office/drawing/2014/main" id="{343BBA91-537D-66E4-E63F-D3D9E3E300B5}"/>
              </a:ext>
            </a:extLst>
          </p:cNvPr>
          <p:cNvPicPr>
            <a:picLocks noChangeAspect="1"/>
          </p:cNvPicPr>
          <p:nvPr/>
        </p:nvPicPr>
        <p:blipFill rotWithShape="1">
          <a:blip r:embed="rId5"/>
          <a:srcRect l="-1" t="47094" r="5435" b="1"/>
          <a:stretch/>
        </p:blipFill>
        <p:spPr>
          <a:xfrm>
            <a:off x="8642114" y="3002829"/>
            <a:ext cx="3549885" cy="2795678"/>
          </a:xfrm>
          <a:prstGeom prst="rect">
            <a:avLst/>
          </a:prstGeom>
        </p:spPr>
      </p:pic>
      <p:sp>
        <p:nvSpPr>
          <p:cNvPr id="27" name="Text Placeholder 10">
            <a:extLst>
              <a:ext uri="{FF2B5EF4-FFF2-40B4-BE49-F238E27FC236}">
                <a16:creationId xmlns:a16="http://schemas.microsoft.com/office/drawing/2014/main" id="{BED6F523-D22A-598B-A5A0-BA376AEE2704}"/>
              </a:ext>
            </a:extLst>
          </p:cNvPr>
          <p:cNvSpPr>
            <a:spLocks noGrp="1"/>
          </p:cNvSpPr>
          <p:nvPr>
            <p:ph type="body" sz="quarter" idx="14" hasCustomPrompt="1"/>
          </p:nvPr>
        </p:nvSpPr>
        <p:spPr>
          <a:xfrm>
            <a:off x="564759" y="3514251"/>
            <a:ext cx="7354857" cy="876650"/>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Tree>
    <p:extLst>
      <p:ext uri="{BB962C8B-B14F-4D97-AF65-F5344CB8AC3E}">
        <p14:creationId xmlns:p14="http://schemas.microsoft.com/office/powerpoint/2010/main" val="48148350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Horizontal End White-Unit I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7CB740-2652-06EA-4C66-40652C715F62}"/>
              </a:ext>
              <a:ext uri="{C183D7F6-B498-43B3-948B-1728B52AA6E4}">
                <adec:decorative xmlns:adec="http://schemas.microsoft.com/office/drawing/2017/decorative" val="1"/>
              </a:ext>
            </a:extLst>
          </p:cNvPr>
          <p:cNvPicPr>
            <a:picLocks noChangeAspect="1"/>
          </p:cNvPicPr>
          <p:nvPr/>
        </p:nvPicPr>
        <p:blipFill rotWithShape="1">
          <a:blip r:embed="rId2"/>
          <a:srcRect l="3233" b="2225"/>
          <a:stretch/>
        </p:blipFill>
        <p:spPr>
          <a:xfrm>
            <a:off x="-794" y="0"/>
            <a:ext cx="8500327" cy="532065"/>
          </a:xfrm>
          <a:prstGeom prst="rect">
            <a:avLst/>
          </a:prstGeom>
        </p:spPr>
      </p:pic>
      <p:grpSp>
        <p:nvGrpSpPr>
          <p:cNvPr id="3" name="Group 2">
            <a:extLst>
              <a:ext uri="{FF2B5EF4-FFF2-40B4-BE49-F238E27FC236}">
                <a16:creationId xmlns:a16="http://schemas.microsoft.com/office/drawing/2014/main" id="{05046AC8-DA72-C01A-0BA2-1044ADF16BA4}"/>
              </a:ext>
              <a:ext uri="{C183D7F6-B498-43B3-948B-1728B52AA6E4}">
                <adec:decorative xmlns:adec="http://schemas.microsoft.com/office/drawing/2017/decorative" val="1"/>
              </a:ext>
            </a:extLst>
          </p:cNvPr>
          <p:cNvGrpSpPr/>
          <p:nvPr/>
        </p:nvGrpSpPr>
        <p:grpSpPr>
          <a:xfrm>
            <a:off x="8500327" y="724"/>
            <a:ext cx="3691673" cy="533399"/>
            <a:chOff x="0" y="568749"/>
            <a:chExt cx="7384308" cy="1191643"/>
          </a:xfrm>
        </p:grpSpPr>
        <p:sp>
          <p:nvSpPr>
            <p:cNvPr id="4" name="Rectangle 3">
              <a:extLst>
                <a:ext uri="{FF2B5EF4-FFF2-40B4-BE49-F238E27FC236}">
                  <a16:creationId xmlns:a16="http://schemas.microsoft.com/office/drawing/2014/main" id="{C70A003C-8597-5C2A-FEAD-5F6DD776855A}"/>
                </a:ext>
              </a:extLst>
            </p:cNvPr>
            <p:cNvSpPr/>
            <p:nvPr userDrawn="1"/>
          </p:nvSpPr>
          <p:spPr>
            <a:xfrm rot="16200000">
              <a:off x="-312211"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6" name="Rectangle 5">
              <a:extLst>
                <a:ext uri="{FF2B5EF4-FFF2-40B4-BE49-F238E27FC236}">
                  <a16:creationId xmlns:a16="http://schemas.microsoft.com/office/drawing/2014/main" id="{B6D8B7DD-60DD-7BC0-2790-7041D7A427C7}"/>
                </a:ext>
              </a:extLst>
            </p:cNvPr>
            <p:cNvSpPr/>
            <p:nvPr userDrawn="1"/>
          </p:nvSpPr>
          <p:spPr>
            <a:xfrm rot="16200000">
              <a:off x="255880"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7" name="Rectangle 6">
              <a:extLst>
                <a:ext uri="{FF2B5EF4-FFF2-40B4-BE49-F238E27FC236}">
                  <a16:creationId xmlns:a16="http://schemas.microsoft.com/office/drawing/2014/main" id="{0D3ADF33-B57A-5C56-7370-EA81B1A8B80A}"/>
                </a:ext>
              </a:extLst>
            </p:cNvPr>
            <p:cNvSpPr/>
            <p:nvPr userDrawn="1"/>
          </p:nvSpPr>
          <p:spPr>
            <a:xfrm rot="16200000">
              <a:off x="823971"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8" name="Rectangle 7">
              <a:extLst>
                <a:ext uri="{FF2B5EF4-FFF2-40B4-BE49-F238E27FC236}">
                  <a16:creationId xmlns:a16="http://schemas.microsoft.com/office/drawing/2014/main" id="{7D010E03-07A7-D667-8F6B-C0CE97D176D5}"/>
                </a:ext>
              </a:extLst>
            </p:cNvPr>
            <p:cNvSpPr/>
            <p:nvPr userDrawn="1"/>
          </p:nvSpPr>
          <p:spPr>
            <a:xfrm rot="16200000">
              <a:off x="1392062"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9" name="Rectangle 8">
              <a:extLst>
                <a:ext uri="{FF2B5EF4-FFF2-40B4-BE49-F238E27FC236}">
                  <a16:creationId xmlns:a16="http://schemas.microsoft.com/office/drawing/2014/main" id="{012AC8BB-8F7D-31EF-A23A-403902D6FCCF}"/>
                </a:ext>
              </a:extLst>
            </p:cNvPr>
            <p:cNvSpPr/>
            <p:nvPr userDrawn="1"/>
          </p:nvSpPr>
          <p:spPr>
            <a:xfrm rot="16200000">
              <a:off x="1960153"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0" name="Rectangle 9">
              <a:extLst>
                <a:ext uri="{FF2B5EF4-FFF2-40B4-BE49-F238E27FC236}">
                  <a16:creationId xmlns:a16="http://schemas.microsoft.com/office/drawing/2014/main" id="{6C1C9CD9-87A0-5C1E-A4B7-C62DBEDCE253}"/>
                </a:ext>
              </a:extLst>
            </p:cNvPr>
            <p:cNvSpPr/>
            <p:nvPr userDrawn="1"/>
          </p:nvSpPr>
          <p:spPr>
            <a:xfrm rot="16200000">
              <a:off x="2528244"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1" name="Rectangle 10">
              <a:extLst>
                <a:ext uri="{FF2B5EF4-FFF2-40B4-BE49-F238E27FC236}">
                  <a16:creationId xmlns:a16="http://schemas.microsoft.com/office/drawing/2014/main" id="{2191C7E4-430F-7154-382D-E456A28DCCEB}"/>
                </a:ext>
              </a:extLst>
            </p:cNvPr>
            <p:cNvSpPr/>
            <p:nvPr userDrawn="1"/>
          </p:nvSpPr>
          <p:spPr>
            <a:xfrm rot="16200000">
              <a:off x="3096335" y="880960"/>
              <a:ext cx="1191643" cy="56722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2" name="Rectangle 11">
              <a:extLst>
                <a:ext uri="{FF2B5EF4-FFF2-40B4-BE49-F238E27FC236}">
                  <a16:creationId xmlns:a16="http://schemas.microsoft.com/office/drawing/2014/main" id="{B1273BBC-9D32-45EB-3BB9-60AF8CDED1F3}"/>
                </a:ext>
              </a:extLst>
            </p:cNvPr>
            <p:cNvSpPr/>
            <p:nvPr userDrawn="1"/>
          </p:nvSpPr>
          <p:spPr>
            <a:xfrm rot="16200000">
              <a:off x="3664426" y="880960"/>
              <a:ext cx="1191643" cy="56722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3" name="Rectangle 12">
              <a:extLst>
                <a:ext uri="{FF2B5EF4-FFF2-40B4-BE49-F238E27FC236}">
                  <a16:creationId xmlns:a16="http://schemas.microsoft.com/office/drawing/2014/main" id="{85DF5F6C-6598-CF4A-A3BF-2A4793E69101}"/>
                </a:ext>
              </a:extLst>
            </p:cNvPr>
            <p:cNvSpPr/>
            <p:nvPr userDrawn="1"/>
          </p:nvSpPr>
          <p:spPr>
            <a:xfrm rot="16200000">
              <a:off x="4232517"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4" name="Rectangle 13">
              <a:extLst>
                <a:ext uri="{FF2B5EF4-FFF2-40B4-BE49-F238E27FC236}">
                  <a16:creationId xmlns:a16="http://schemas.microsoft.com/office/drawing/2014/main" id="{C5A3A7B9-6406-FA34-CB33-5AA9018B5305}"/>
                </a:ext>
              </a:extLst>
            </p:cNvPr>
            <p:cNvSpPr/>
            <p:nvPr userDrawn="1"/>
          </p:nvSpPr>
          <p:spPr>
            <a:xfrm rot="16200000">
              <a:off x="4800608"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5" name="Rectangle 14">
              <a:extLst>
                <a:ext uri="{FF2B5EF4-FFF2-40B4-BE49-F238E27FC236}">
                  <a16:creationId xmlns:a16="http://schemas.microsoft.com/office/drawing/2014/main" id="{DC391F33-105F-F2CC-3F5E-99FB47447420}"/>
                </a:ext>
              </a:extLst>
            </p:cNvPr>
            <p:cNvSpPr/>
            <p:nvPr userDrawn="1"/>
          </p:nvSpPr>
          <p:spPr>
            <a:xfrm rot="16200000">
              <a:off x="5368699" y="880960"/>
              <a:ext cx="1191643" cy="56722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A93F77B8-D938-C5E1-61CC-8EE93D95B500}"/>
                </a:ext>
              </a:extLst>
            </p:cNvPr>
            <p:cNvSpPr/>
            <p:nvPr userDrawn="1"/>
          </p:nvSpPr>
          <p:spPr>
            <a:xfrm rot="16200000">
              <a:off x="5936790" y="880960"/>
              <a:ext cx="1191643" cy="56722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sp>
          <p:nvSpPr>
            <p:cNvPr id="17" name="Rectangle 16">
              <a:extLst>
                <a:ext uri="{FF2B5EF4-FFF2-40B4-BE49-F238E27FC236}">
                  <a16:creationId xmlns:a16="http://schemas.microsoft.com/office/drawing/2014/main" id="{6B2F4232-7F4A-773E-0936-295B0EDD8702}"/>
                </a:ext>
              </a:extLst>
            </p:cNvPr>
            <p:cNvSpPr/>
            <p:nvPr userDrawn="1"/>
          </p:nvSpPr>
          <p:spPr>
            <a:xfrm rot="16200000">
              <a:off x="6504876" y="880960"/>
              <a:ext cx="1191643" cy="56722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grpSp>
      <p:sp>
        <p:nvSpPr>
          <p:cNvPr id="18" name="Rectangle 17">
            <a:extLst>
              <a:ext uri="{FF2B5EF4-FFF2-40B4-BE49-F238E27FC236}">
                <a16:creationId xmlns:a16="http://schemas.microsoft.com/office/drawing/2014/main" id="{46B7AEF9-C019-9408-AE70-BF317347D915}"/>
              </a:ext>
              <a:ext uri="{C183D7F6-B498-43B3-948B-1728B52AA6E4}">
                <adec:decorative xmlns:adec="http://schemas.microsoft.com/office/drawing/2017/decorative" val="1"/>
              </a:ext>
            </a:extLst>
          </p:cNvPr>
          <p:cNvSpPr/>
          <p:nvPr/>
        </p:nvSpPr>
        <p:spPr>
          <a:xfrm>
            <a:off x="8500327" y="532065"/>
            <a:ext cx="141787" cy="63252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a:p>
        </p:txBody>
      </p:sp>
      <p:pic>
        <p:nvPicPr>
          <p:cNvPr id="19" name="Picture 18">
            <a:extLst>
              <a:ext uri="{FF2B5EF4-FFF2-40B4-BE49-F238E27FC236}">
                <a16:creationId xmlns:a16="http://schemas.microsoft.com/office/drawing/2014/main" id="{16A5E7FE-8D4F-CDF0-2382-C7356003CDA8}"/>
              </a:ext>
              <a:ext uri="{C183D7F6-B498-43B3-948B-1728B52AA6E4}">
                <adec:decorative xmlns:adec="http://schemas.microsoft.com/office/drawing/2017/decorative" val="1"/>
              </a:ext>
            </a:extLst>
          </p:cNvPr>
          <p:cNvPicPr>
            <a:picLocks noChangeAspect="1"/>
          </p:cNvPicPr>
          <p:nvPr/>
        </p:nvPicPr>
        <p:blipFill rotWithShape="1">
          <a:blip r:embed="rId3"/>
          <a:srcRect l="3601" b="1351"/>
          <a:stretch/>
        </p:blipFill>
        <p:spPr>
          <a:xfrm>
            <a:off x="8642114" y="5779836"/>
            <a:ext cx="3549886" cy="1077441"/>
          </a:xfrm>
          <a:prstGeom prst="rect">
            <a:avLst/>
          </a:prstGeom>
        </p:spPr>
      </p:pic>
      <p:sp>
        <p:nvSpPr>
          <p:cNvPr id="23" name="Title 3">
            <a:extLst>
              <a:ext uri="{FF2B5EF4-FFF2-40B4-BE49-F238E27FC236}">
                <a16:creationId xmlns:a16="http://schemas.microsoft.com/office/drawing/2014/main" id="{28680960-077E-5C2B-520B-8C0FB6A7AF96}"/>
              </a:ext>
            </a:extLst>
          </p:cNvPr>
          <p:cNvSpPr>
            <a:spLocks noGrp="1"/>
          </p:cNvSpPr>
          <p:nvPr>
            <p:ph type="title" hasCustomPrompt="1"/>
          </p:nvPr>
        </p:nvSpPr>
        <p:spPr>
          <a:xfrm>
            <a:off x="564759" y="2047940"/>
            <a:ext cx="7354857" cy="1000146"/>
          </a:xfrm>
        </p:spPr>
        <p:txBody>
          <a:bodyPr/>
          <a:lstStyle>
            <a:lvl1pPr>
              <a:defRPr sz="5299">
                <a:solidFill>
                  <a:schemeClr val="tx2"/>
                </a:solidFill>
              </a:defRPr>
            </a:lvl1pPr>
          </a:lstStyle>
          <a:p>
            <a:r>
              <a:rPr lang="en-US" dirty="0"/>
              <a:t>Thank you</a:t>
            </a:r>
          </a:p>
        </p:txBody>
      </p:sp>
      <p:cxnSp>
        <p:nvCxnSpPr>
          <p:cNvPr id="22" name="Straight Connector 21">
            <a:extLst>
              <a:ext uri="{FF2B5EF4-FFF2-40B4-BE49-F238E27FC236}">
                <a16:creationId xmlns:a16="http://schemas.microsoft.com/office/drawing/2014/main" id="{BDB0D20F-F3A0-591D-DC44-7DF74C18AA0E}"/>
              </a:ext>
            </a:extLst>
          </p:cNvPr>
          <p:cNvCxnSpPr/>
          <p:nvPr/>
        </p:nvCxnSpPr>
        <p:spPr>
          <a:xfrm>
            <a:off x="564760" y="3302171"/>
            <a:ext cx="803998" cy="0"/>
          </a:xfrm>
          <a:prstGeom prst="line">
            <a:avLst/>
          </a:prstGeom>
          <a:ln w="28575">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7" name="Text Placeholder 10">
            <a:extLst>
              <a:ext uri="{FF2B5EF4-FFF2-40B4-BE49-F238E27FC236}">
                <a16:creationId xmlns:a16="http://schemas.microsoft.com/office/drawing/2014/main" id="{BED6F523-D22A-598B-A5A0-BA376AEE2704}"/>
              </a:ext>
            </a:extLst>
          </p:cNvPr>
          <p:cNvSpPr>
            <a:spLocks noGrp="1"/>
          </p:cNvSpPr>
          <p:nvPr>
            <p:ph type="body" sz="quarter" idx="14" hasCustomPrompt="1"/>
          </p:nvPr>
        </p:nvSpPr>
        <p:spPr>
          <a:xfrm>
            <a:off x="564759" y="3514251"/>
            <a:ext cx="7354857" cy="876650"/>
          </a:xfrm>
        </p:spPr>
        <p:txBody>
          <a:bodyPr wrap="square">
            <a:spAutoFit/>
          </a:bodyPr>
          <a:lstStyle>
            <a:lvl1pPr marL="0" indent="0">
              <a:buNone/>
              <a:defRPr sz="1600">
                <a:solidFill>
                  <a:schemeClr val="tx2"/>
                </a:solidFill>
              </a:defRPr>
            </a:lvl1pPr>
            <a:lvl2pPr marL="617181" indent="0">
              <a:buNone/>
              <a:defRPr/>
            </a:lvl2pPr>
            <a:lvl3pPr marL="1234366" indent="0">
              <a:buNone/>
              <a:defRPr/>
            </a:lvl3pPr>
            <a:lvl4pPr marL="1851547" indent="0">
              <a:buNone/>
              <a:defRPr/>
            </a:lvl4pPr>
            <a:lvl5pPr marL="2468732" indent="0">
              <a:buNone/>
              <a:defRPr/>
            </a:lvl5pPr>
          </a:lstStyle>
          <a:p>
            <a:pPr lvl="0"/>
            <a:r>
              <a:rPr lang="en-US" dirty="0"/>
              <a:t>PRESENTER NAME, contact</a:t>
            </a:r>
          </a:p>
          <a:p>
            <a:pPr lvl="0"/>
            <a:r>
              <a:rPr lang="en-US" dirty="0"/>
              <a:t>PRESENTER NAME, contact</a:t>
            </a:r>
          </a:p>
        </p:txBody>
      </p:sp>
      <p:sp>
        <p:nvSpPr>
          <p:cNvPr id="24" name="Content Placeholder 4">
            <a:extLst>
              <a:ext uri="{FF2B5EF4-FFF2-40B4-BE49-F238E27FC236}">
                <a16:creationId xmlns:a16="http://schemas.microsoft.com/office/drawing/2014/main" id="{94BC0029-207A-599D-0EB1-F757DBB6EBFE}"/>
              </a:ext>
            </a:extLst>
          </p:cNvPr>
          <p:cNvSpPr>
            <a:spLocks noGrp="1"/>
          </p:cNvSpPr>
          <p:nvPr>
            <p:ph sz="quarter" idx="19" hasCustomPrompt="1"/>
          </p:nvPr>
        </p:nvSpPr>
        <p:spPr>
          <a:xfrm>
            <a:off x="572910" y="5779364"/>
            <a:ext cx="3917225" cy="748410"/>
          </a:xfrm>
        </p:spPr>
        <p:txBody>
          <a:bodyPr/>
          <a:lstStyle>
            <a:lvl1pPr marL="0" indent="0" algn="l">
              <a:buNone/>
              <a:defRPr>
                <a:solidFill>
                  <a:schemeClr val="tx1"/>
                </a:solidFill>
              </a:defRPr>
            </a:lvl1pPr>
            <a:lvl2pPr marL="617181" indent="0">
              <a:buNone/>
              <a:defRPr>
                <a:solidFill>
                  <a:schemeClr val="bg1"/>
                </a:solidFill>
              </a:defRPr>
            </a:lvl2pPr>
            <a:lvl3pPr marL="1234367" indent="0">
              <a:buNone/>
              <a:defRPr>
                <a:solidFill>
                  <a:schemeClr val="bg1"/>
                </a:solidFill>
              </a:defRPr>
            </a:lvl3pPr>
            <a:lvl4pPr marL="1851548" indent="0">
              <a:buNone/>
              <a:defRPr>
                <a:solidFill>
                  <a:schemeClr val="bg1"/>
                </a:solidFill>
              </a:defRPr>
            </a:lvl4pPr>
            <a:lvl5pPr marL="2468732" indent="0">
              <a:buNone/>
              <a:defRPr>
                <a:solidFill>
                  <a:schemeClr val="bg1"/>
                </a:solidFill>
              </a:defRPr>
            </a:lvl5pPr>
          </a:lstStyle>
          <a:p>
            <a:pPr lvl="0"/>
            <a:r>
              <a:rPr lang="en-US" dirty="0"/>
              <a:t>Insert H357</a:t>
            </a:r>
            <a:br>
              <a:rPr lang="en-US" dirty="0"/>
            </a:br>
            <a:r>
              <a:rPr lang="en-US" dirty="0"/>
              <a:t>Unit </a:t>
            </a:r>
            <a:r>
              <a:rPr lang="en-US"/>
              <a:t>Identifier (.</a:t>
            </a:r>
            <a:r>
              <a:rPr lang="en-US" dirty="0" err="1"/>
              <a:t>png</a:t>
            </a:r>
            <a:r>
              <a:rPr lang="en-US" dirty="0"/>
              <a:t>)</a:t>
            </a:r>
          </a:p>
        </p:txBody>
      </p:sp>
      <p:sp>
        <p:nvSpPr>
          <p:cNvPr id="20" name="Picture Placeholder 9">
            <a:extLst>
              <a:ext uri="{FF2B5EF4-FFF2-40B4-BE49-F238E27FC236}">
                <a16:creationId xmlns:a16="http://schemas.microsoft.com/office/drawing/2014/main" id="{B39250BA-189E-5F30-4708-6D61E265E70D}"/>
              </a:ext>
            </a:extLst>
          </p:cNvPr>
          <p:cNvSpPr>
            <a:spLocks noGrp="1"/>
          </p:cNvSpPr>
          <p:nvPr>
            <p:ph type="pic" sz="quarter" idx="17" hasCustomPrompt="1"/>
          </p:nvPr>
        </p:nvSpPr>
        <p:spPr>
          <a:xfrm>
            <a:off x="8645054" y="532064"/>
            <a:ext cx="3550776" cy="2125481"/>
          </a:xfrm>
        </p:spPr>
        <p:txBody>
          <a:bodyPr anchor="ctr" anchorCtr="0">
            <a:noAutofit/>
          </a:bodyPr>
          <a:lstStyle>
            <a:lvl1pPr marL="0" indent="0" algn="ctr">
              <a:buNone/>
              <a:defRPr>
                <a:solidFill>
                  <a:schemeClr val="tx1"/>
                </a:solidFill>
              </a:defRPr>
            </a:lvl1pPr>
          </a:lstStyle>
          <a:p>
            <a:r>
              <a:rPr lang="en-US"/>
              <a:t>Click to insert photo</a:t>
            </a:r>
          </a:p>
        </p:txBody>
      </p:sp>
      <p:sp>
        <p:nvSpPr>
          <p:cNvPr id="21" name="Picture Placeholder 9">
            <a:extLst>
              <a:ext uri="{FF2B5EF4-FFF2-40B4-BE49-F238E27FC236}">
                <a16:creationId xmlns:a16="http://schemas.microsoft.com/office/drawing/2014/main" id="{E1078A91-EAFC-469D-48CD-9EBEFE6AA90E}"/>
              </a:ext>
            </a:extLst>
          </p:cNvPr>
          <p:cNvSpPr>
            <a:spLocks noGrp="1"/>
          </p:cNvSpPr>
          <p:nvPr>
            <p:ph type="pic" sz="quarter" idx="18" hasCustomPrompt="1"/>
          </p:nvPr>
        </p:nvSpPr>
        <p:spPr>
          <a:xfrm>
            <a:off x="8645054" y="2657545"/>
            <a:ext cx="3550776" cy="3121819"/>
          </a:xfrm>
        </p:spPr>
        <p:txBody>
          <a:bodyPr anchor="ctr" anchorCtr="0">
            <a:noAutofit/>
          </a:bodyPr>
          <a:lstStyle>
            <a:lvl1pPr marL="0" indent="0" algn="ctr">
              <a:buNone/>
              <a:defRPr>
                <a:solidFill>
                  <a:schemeClr val="tx1"/>
                </a:solidFill>
              </a:defRPr>
            </a:lvl1pPr>
          </a:lstStyle>
          <a:p>
            <a:r>
              <a:rPr lang="en-US"/>
              <a:t>Click to insert photo</a:t>
            </a:r>
          </a:p>
        </p:txBody>
      </p:sp>
    </p:spTree>
    <p:extLst>
      <p:ext uri="{BB962C8B-B14F-4D97-AF65-F5344CB8AC3E}">
        <p14:creationId xmlns:p14="http://schemas.microsoft.com/office/powerpoint/2010/main" val="263474397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54184" y="771731"/>
            <a:ext cx="11083635" cy="923201"/>
          </a:xfrm>
          <a:prstGeom prst="rect">
            <a:avLst/>
          </a:prstGeom>
        </p:spPr>
        <p:txBody>
          <a:bodyPr vert="horz" lIns="91440" tIns="91440" rIns="91440" bIns="91440" rtlCol="0" anchor="b" anchorCtr="0">
            <a:spAutoFit/>
          </a:bodyPr>
          <a:lstStyle/>
          <a:p>
            <a:r>
              <a:rPr lang="en-US" dirty="0"/>
              <a:t>Headline</a:t>
            </a:r>
          </a:p>
        </p:txBody>
      </p:sp>
      <p:sp>
        <p:nvSpPr>
          <p:cNvPr id="3" name="Text Placeholder 2"/>
          <p:cNvSpPr>
            <a:spLocks noGrp="1"/>
          </p:cNvSpPr>
          <p:nvPr>
            <p:ph type="body" idx="1"/>
          </p:nvPr>
        </p:nvSpPr>
        <p:spPr>
          <a:xfrm>
            <a:off x="554183" y="2195191"/>
            <a:ext cx="11083635" cy="2729254"/>
          </a:xfrm>
          <a:prstGeom prst="rect">
            <a:avLst/>
          </a:prstGeom>
        </p:spPr>
        <p:txBody>
          <a:bodyPr vert="horz" lIns="91440" tIns="91440" rIns="91440" bIns="9144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0"/>
            <a:r>
              <a:rPr lang="en-US" dirty="0"/>
              <a:t>Click to edit Master text styles</a:t>
            </a:r>
          </a:p>
          <a:p>
            <a:pPr lvl="0"/>
            <a:r>
              <a:rPr lang="en-US" dirty="0"/>
              <a:t>Click to edit Master text styles</a:t>
            </a:r>
          </a:p>
          <a:p>
            <a:pPr lvl="0"/>
            <a:r>
              <a:rPr lang="en-US" dirty="0"/>
              <a:t>Click to edit Master text styles</a:t>
            </a:r>
          </a:p>
        </p:txBody>
      </p:sp>
    </p:spTree>
    <p:extLst>
      <p:ext uri="{BB962C8B-B14F-4D97-AF65-F5344CB8AC3E}">
        <p14:creationId xmlns:p14="http://schemas.microsoft.com/office/powerpoint/2010/main" val="32862591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hf hdr="0" ftr="0" dt="0"/>
  <p:txStyles>
    <p:titleStyle>
      <a:lvl1pPr algn="l" defTabSz="617181" rtl="0" eaLnBrk="1" latinLnBrk="0" hangingPunct="1">
        <a:spcBef>
          <a:spcPct val="0"/>
        </a:spcBef>
        <a:buNone/>
        <a:defRPr sz="4799" kern="1200">
          <a:solidFill>
            <a:schemeClr val="tx2"/>
          </a:solidFill>
          <a:latin typeface="+mj-lt"/>
          <a:ea typeface="Century Gothic" charset="0"/>
          <a:cs typeface="Century Gothic" charset="0"/>
        </a:defRPr>
      </a:lvl1pPr>
    </p:titleStyle>
    <p:bodyStyle>
      <a:lvl1pPr marL="462887" indent="-462887" algn="l" defTabSz="617181" rtl="0" eaLnBrk="1" latinLnBrk="0" hangingPunct="1">
        <a:lnSpc>
          <a:spcPct val="120000"/>
        </a:lnSpc>
        <a:spcBef>
          <a:spcPts val="529"/>
        </a:spcBef>
        <a:spcAft>
          <a:spcPts val="529"/>
        </a:spcAft>
        <a:buFont typeface="Arial"/>
        <a:buChar char="•"/>
        <a:defRPr sz="1600" b="0" kern="1200">
          <a:solidFill>
            <a:schemeClr val="tx1"/>
          </a:solidFill>
          <a:latin typeface="+mn-lt"/>
          <a:ea typeface="Franklin Gothic Book" charset="0"/>
          <a:cs typeface="Franklin Gothic Book" charset="0"/>
        </a:defRPr>
      </a:lvl1pPr>
      <a:lvl2pPr marL="1002921" indent="-38574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2pPr>
      <a:lvl3pPr marL="1542957" indent="-30859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3pPr>
      <a:lvl4pPr marL="2160138" indent="-30859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4pPr>
      <a:lvl5pPr marL="2777322" indent="-308590" algn="l" defTabSz="617181" rtl="0" eaLnBrk="1" latinLnBrk="0" hangingPunct="1">
        <a:spcBef>
          <a:spcPct val="20000"/>
        </a:spcBef>
        <a:buFont typeface="Arial"/>
        <a:buChar char="»"/>
        <a:defRPr sz="1454" b="0" kern="1200">
          <a:solidFill>
            <a:schemeClr val="accent6">
              <a:lumMod val="75000"/>
            </a:schemeClr>
          </a:solidFill>
          <a:latin typeface="Franklin Gothic Book" charset="0"/>
          <a:ea typeface="Franklin Gothic Book" charset="0"/>
          <a:cs typeface="Franklin Gothic Book" charset="0"/>
        </a:defRPr>
      </a:lvl5pPr>
      <a:lvl6pPr marL="3394505" indent="-308590" algn="l" defTabSz="617181" rtl="0" eaLnBrk="1" latinLnBrk="0" hangingPunct="1">
        <a:spcBef>
          <a:spcPct val="20000"/>
        </a:spcBef>
        <a:buFont typeface="Arial"/>
        <a:buChar char="•"/>
        <a:defRPr sz="2666" kern="1200">
          <a:solidFill>
            <a:schemeClr val="tx1"/>
          </a:solidFill>
          <a:latin typeface="+mn-lt"/>
          <a:ea typeface="+mn-ea"/>
          <a:cs typeface="+mn-cs"/>
        </a:defRPr>
      </a:lvl6pPr>
      <a:lvl7pPr marL="4011689" indent="-308590" algn="l" defTabSz="617181" rtl="0" eaLnBrk="1" latinLnBrk="0" hangingPunct="1">
        <a:spcBef>
          <a:spcPct val="20000"/>
        </a:spcBef>
        <a:buFont typeface="Arial"/>
        <a:buChar char="•"/>
        <a:defRPr sz="2666" kern="1200">
          <a:solidFill>
            <a:schemeClr val="tx1"/>
          </a:solidFill>
          <a:latin typeface="+mn-lt"/>
          <a:ea typeface="+mn-ea"/>
          <a:cs typeface="+mn-cs"/>
        </a:defRPr>
      </a:lvl7pPr>
      <a:lvl8pPr marL="4628870" indent="-308590" algn="l" defTabSz="617181" rtl="0" eaLnBrk="1" latinLnBrk="0" hangingPunct="1">
        <a:spcBef>
          <a:spcPct val="20000"/>
        </a:spcBef>
        <a:buFont typeface="Arial"/>
        <a:buChar char="•"/>
        <a:defRPr sz="2666" kern="1200">
          <a:solidFill>
            <a:schemeClr val="tx1"/>
          </a:solidFill>
          <a:latin typeface="+mn-lt"/>
          <a:ea typeface="+mn-ea"/>
          <a:cs typeface="+mn-cs"/>
        </a:defRPr>
      </a:lvl8pPr>
      <a:lvl9pPr marL="5246053" indent="-308590" algn="l" defTabSz="617181" rtl="0" eaLnBrk="1" latinLnBrk="0" hangingPunct="1">
        <a:spcBef>
          <a:spcPct val="20000"/>
        </a:spcBef>
        <a:buFont typeface="Arial"/>
        <a:buChar char="•"/>
        <a:defRPr sz="2666" kern="1200">
          <a:solidFill>
            <a:schemeClr val="tx1"/>
          </a:solidFill>
          <a:latin typeface="+mn-lt"/>
          <a:ea typeface="+mn-ea"/>
          <a:cs typeface="+mn-cs"/>
        </a:defRPr>
      </a:lvl9pPr>
    </p:bodyStyle>
    <p:otherStyle>
      <a:defPPr>
        <a:defRPr lang="en-US"/>
      </a:defPPr>
      <a:lvl1pPr marL="0" algn="l" defTabSz="617181" rtl="0" eaLnBrk="1" latinLnBrk="0" hangingPunct="1">
        <a:defRPr sz="2424" kern="1200">
          <a:solidFill>
            <a:schemeClr val="tx1"/>
          </a:solidFill>
          <a:latin typeface="+mn-lt"/>
          <a:ea typeface="+mn-ea"/>
          <a:cs typeface="+mn-cs"/>
        </a:defRPr>
      </a:lvl1pPr>
      <a:lvl2pPr marL="617181" algn="l" defTabSz="617181" rtl="0" eaLnBrk="1" latinLnBrk="0" hangingPunct="1">
        <a:defRPr sz="2424" kern="1200">
          <a:solidFill>
            <a:schemeClr val="tx1"/>
          </a:solidFill>
          <a:latin typeface="+mn-lt"/>
          <a:ea typeface="+mn-ea"/>
          <a:cs typeface="+mn-cs"/>
        </a:defRPr>
      </a:lvl2pPr>
      <a:lvl3pPr marL="1234366" algn="l" defTabSz="617181" rtl="0" eaLnBrk="1" latinLnBrk="0" hangingPunct="1">
        <a:defRPr sz="2424" kern="1200">
          <a:solidFill>
            <a:schemeClr val="tx1"/>
          </a:solidFill>
          <a:latin typeface="+mn-lt"/>
          <a:ea typeface="+mn-ea"/>
          <a:cs typeface="+mn-cs"/>
        </a:defRPr>
      </a:lvl3pPr>
      <a:lvl4pPr marL="1851547" algn="l" defTabSz="617181" rtl="0" eaLnBrk="1" latinLnBrk="0" hangingPunct="1">
        <a:defRPr sz="2424" kern="1200">
          <a:solidFill>
            <a:schemeClr val="tx1"/>
          </a:solidFill>
          <a:latin typeface="+mn-lt"/>
          <a:ea typeface="+mn-ea"/>
          <a:cs typeface="+mn-cs"/>
        </a:defRPr>
      </a:lvl4pPr>
      <a:lvl5pPr marL="2468732" algn="l" defTabSz="617181" rtl="0" eaLnBrk="1" latinLnBrk="0" hangingPunct="1">
        <a:defRPr sz="2424" kern="1200">
          <a:solidFill>
            <a:schemeClr val="tx1"/>
          </a:solidFill>
          <a:latin typeface="+mn-lt"/>
          <a:ea typeface="+mn-ea"/>
          <a:cs typeface="+mn-cs"/>
        </a:defRPr>
      </a:lvl5pPr>
      <a:lvl6pPr marL="3085914" algn="l" defTabSz="617181" rtl="0" eaLnBrk="1" latinLnBrk="0" hangingPunct="1">
        <a:defRPr sz="2424" kern="1200">
          <a:solidFill>
            <a:schemeClr val="tx1"/>
          </a:solidFill>
          <a:latin typeface="+mn-lt"/>
          <a:ea typeface="+mn-ea"/>
          <a:cs typeface="+mn-cs"/>
        </a:defRPr>
      </a:lvl6pPr>
      <a:lvl7pPr marL="3703095" algn="l" defTabSz="617181" rtl="0" eaLnBrk="1" latinLnBrk="0" hangingPunct="1">
        <a:defRPr sz="2424" kern="1200">
          <a:solidFill>
            <a:schemeClr val="tx1"/>
          </a:solidFill>
          <a:latin typeface="+mn-lt"/>
          <a:ea typeface="+mn-ea"/>
          <a:cs typeface="+mn-cs"/>
        </a:defRPr>
      </a:lvl7pPr>
      <a:lvl8pPr marL="4320279" algn="l" defTabSz="617181" rtl="0" eaLnBrk="1" latinLnBrk="0" hangingPunct="1">
        <a:defRPr sz="2424" kern="1200">
          <a:solidFill>
            <a:schemeClr val="tx1"/>
          </a:solidFill>
          <a:latin typeface="+mn-lt"/>
          <a:ea typeface="+mn-ea"/>
          <a:cs typeface="+mn-cs"/>
        </a:defRPr>
      </a:lvl8pPr>
      <a:lvl9pPr marL="4937460" algn="l" defTabSz="617181" rtl="0" eaLnBrk="1" latinLnBrk="0" hangingPunct="1">
        <a:defRPr sz="242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3.xml"/><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48.emf"/><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2594-34C2-399A-C3E7-EF4589224562}"/>
              </a:ext>
            </a:extLst>
          </p:cNvPr>
          <p:cNvSpPr>
            <a:spLocks noGrp="1"/>
          </p:cNvSpPr>
          <p:nvPr>
            <p:ph type="title"/>
          </p:nvPr>
        </p:nvSpPr>
        <p:spPr>
          <a:xfrm>
            <a:off x="839105" y="2637880"/>
            <a:ext cx="7685972" cy="1431033"/>
          </a:xfrm>
        </p:spPr>
        <p:txBody>
          <a:bodyPr/>
          <a:lstStyle/>
          <a:p>
            <a:r>
              <a:rPr lang="en-US" dirty="0"/>
              <a:t>Thermal Phase Shifters</a:t>
            </a:r>
            <a:br>
              <a:rPr lang="en-US" dirty="0"/>
            </a:br>
            <a:r>
              <a:rPr lang="en-US" sz="2800" dirty="0"/>
              <a:t>Optical Linear Multipliers</a:t>
            </a:r>
          </a:p>
        </p:txBody>
      </p:sp>
      <p:sp>
        <p:nvSpPr>
          <p:cNvPr id="3" name="Text Placeholder 2">
            <a:extLst>
              <a:ext uri="{FF2B5EF4-FFF2-40B4-BE49-F238E27FC236}">
                <a16:creationId xmlns:a16="http://schemas.microsoft.com/office/drawing/2014/main" id="{22990D54-014A-97C7-DE01-0D72455F63BE}"/>
              </a:ext>
            </a:extLst>
          </p:cNvPr>
          <p:cNvSpPr>
            <a:spLocks noGrp="1"/>
          </p:cNvSpPr>
          <p:nvPr>
            <p:ph type="body" sz="quarter" idx="14"/>
          </p:nvPr>
        </p:nvSpPr>
        <p:spPr/>
        <p:txBody>
          <a:bodyPr/>
          <a:lstStyle/>
          <a:p>
            <a:r>
              <a:rPr lang="en-US" dirty="0"/>
              <a:t>Kevin Mienta &amp; Mukesh Sekar</a:t>
            </a:r>
          </a:p>
        </p:txBody>
      </p:sp>
    </p:spTree>
    <p:extLst>
      <p:ext uri="{BB962C8B-B14F-4D97-AF65-F5344CB8AC3E}">
        <p14:creationId xmlns:p14="http://schemas.microsoft.com/office/powerpoint/2010/main" val="307257161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6D484A0-D91E-815C-3EDF-81B376F76680}"/>
              </a:ext>
            </a:extLst>
          </p:cNvPr>
          <p:cNvPicPr>
            <a:picLocks noChangeAspect="1"/>
          </p:cNvPicPr>
          <p:nvPr/>
        </p:nvPicPr>
        <p:blipFill>
          <a:blip r:embed="rId2"/>
          <a:stretch>
            <a:fillRect/>
          </a:stretch>
        </p:blipFill>
        <p:spPr>
          <a:xfrm>
            <a:off x="1366430" y="3429000"/>
            <a:ext cx="3627783" cy="2101460"/>
          </a:xfrm>
          <a:prstGeom prst="rect">
            <a:avLst/>
          </a:prstGeom>
        </p:spPr>
      </p:pic>
      <p:sp>
        <p:nvSpPr>
          <p:cNvPr id="2" name="Title 1">
            <a:extLst>
              <a:ext uri="{FF2B5EF4-FFF2-40B4-BE49-F238E27FC236}">
                <a16:creationId xmlns:a16="http://schemas.microsoft.com/office/drawing/2014/main" id="{83DB658A-E468-6385-07DD-1E1964C2B609}"/>
              </a:ext>
            </a:extLst>
          </p:cNvPr>
          <p:cNvSpPr>
            <a:spLocks noGrp="1"/>
          </p:cNvSpPr>
          <p:nvPr>
            <p:ph type="title"/>
          </p:nvPr>
        </p:nvSpPr>
        <p:spPr>
          <a:xfrm>
            <a:off x="407096" y="1113422"/>
            <a:ext cx="10936893" cy="677108"/>
          </a:xfrm>
        </p:spPr>
        <p:txBody>
          <a:bodyPr/>
          <a:lstStyle/>
          <a:p>
            <a:r>
              <a:rPr lang="en-US" sz="3200" dirty="0"/>
              <a:t>Introduction</a:t>
            </a:r>
          </a:p>
        </p:txBody>
      </p:sp>
      <p:sp>
        <p:nvSpPr>
          <p:cNvPr id="3" name="Content Placeholder 2">
            <a:extLst>
              <a:ext uri="{FF2B5EF4-FFF2-40B4-BE49-F238E27FC236}">
                <a16:creationId xmlns:a16="http://schemas.microsoft.com/office/drawing/2014/main" id="{9F8F272D-1BEB-68C0-EF5B-F0AB371B5E0B}"/>
              </a:ext>
            </a:extLst>
          </p:cNvPr>
          <p:cNvSpPr>
            <a:spLocks noGrp="1"/>
          </p:cNvSpPr>
          <p:nvPr>
            <p:ph idx="1"/>
          </p:nvPr>
        </p:nvSpPr>
        <p:spPr>
          <a:xfrm>
            <a:off x="407095" y="1790530"/>
            <a:ext cx="6223000" cy="947182"/>
          </a:xfrm>
        </p:spPr>
        <p:txBody>
          <a:bodyPr vert="horz" wrap="square" lIns="91440" tIns="91440" rIns="91440" bIns="91440" rtlCol="0" anchor="t">
            <a:spAutoFit/>
          </a:bodyPr>
          <a:lstStyle/>
          <a:p>
            <a:r>
              <a:rPr lang="en-US" sz="1800" b="1" dirty="0"/>
              <a:t>What is an MZI?</a:t>
            </a:r>
          </a:p>
          <a:p>
            <a:r>
              <a:rPr lang="en-US" sz="1800" b="1" dirty="0"/>
              <a:t>How can we modify the outputs of this MZI?</a:t>
            </a:r>
          </a:p>
        </p:txBody>
      </p:sp>
      <p:pic>
        <p:nvPicPr>
          <p:cNvPr id="12" name="Picture 11" descr="A diagram of a heater&#10;&#10;Description automatically generated">
            <a:extLst>
              <a:ext uri="{FF2B5EF4-FFF2-40B4-BE49-F238E27FC236}">
                <a16:creationId xmlns:a16="http://schemas.microsoft.com/office/drawing/2014/main" id="{0C0889DF-DC10-7729-7ED6-1431FAC07BA1}"/>
              </a:ext>
            </a:extLst>
          </p:cNvPr>
          <p:cNvPicPr>
            <a:picLocks noChangeAspect="1"/>
          </p:cNvPicPr>
          <p:nvPr/>
        </p:nvPicPr>
        <p:blipFill>
          <a:blip r:embed="rId3"/>
          <a:stretch>
            <a:fillRect/>
          </a:stretch>
        </p:blipFill>
        <p:spPr>
          <a:xfrm>
            <a:off x="6346032" y="3179910"/>
            <a:ext cx="4796693" cy="2564668"/>
          </a:xfrm>
          <a:prstGeom prst="rect">
            <a:avLst/>
          </a:prstGeom>
        </p:spPr>
      </p:pic>
      <p:sp>
        <p:nvSpPr>
          <p:cNvPr id="14" name="Slide Number Placeholder 13">
            <a:extLst>
              <a:ext uri="{FF2B5EF4-FFF2-40B4-BE49-F238E27FC236}">
                <a16:creationId xmlns:a16="http://schemas.microsoft.com/office/drawing/2014/main" id="{2AD4F2F1-0F87-24F9-73CC-880845478318}"/>
              </a:ext>
            </a:extLst>
          </p:cNvPr>
          <p:cNvSpPr>
            <a:spLocks noGrp="1"/>
          </p:cNvSpPr>
          <p:nvPr>
            <p:ph type="sldNum" sz="quarter" idx="4"/>
          </p:nvPr>
        </p:nvSpPr>
        <p:spPr/>
        <p:txBody>
          <a:bodyPr/>
          <a:lstStyle/>
          <a:p>
            <a:fld id="{D6BC0CF7-1C3B-49E0-BE83-9776BE0C4175}" type="slidenum">
              <a:rPr lang="en-US" smtClean="0"/>
              <a:t>2</a:t>
            </a:fld>
            <a:endParaRPr lang="en-US"/>
          </a:p>
        </p:txBody>
      </p:sp>
      <p:sp>
        <p:nvSpPr>
          <p:cNvPr id="4" name="TextBox 3">
            <a:extLst>
              <a:ext uri="{FF2B5EF4-FFF2-40B4-BE49-F238E27FC236}">
                <a16:creationId xmlns:a16="http://schemas.microsoft.com/office/drawing/2014/main" id="{8AC4BBF0-28E3-DF4C-B30E-A9F452C78A71}"/>
              </a:ext>
            </a:extLst>
          </p:cNvPr>
          <p:cNvSpPr txBox="1"/>
          <p:nvPr/>
        </p:nvSpPr>
        <p:spPr>
          <a:xfrm>
            <a:off x="8452278" y="5659455"/>
            <a:ext cx="584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cs typeface="Arial"/>
              </a:rPr>
              <a:t>[6]</a:t>
            </a:r>
          </a:p>
        </p:txBody>
      </p:sp>
      <p:sp>
        <p:nvSpPr>
          <p:cNvPr id="5" name="TextBox 4">
            <a:extLst>
              <a:ext uri="{FF2B5EF4-FFF2-40B4-BE49-F238E27FC236}">
                <a16:creationId xmlns:a16="http://schemas.microsoft.com/office/drawing/2014/main" id="{7E6DE8EF-58E1-3E18-99F9-43ECCD8E7137}"/>
              </a:ext>
            </a:extLst>
          </p:cNvPr>
          <p:cNvSpPr txBox="1"/>
          <p:nvPr/>
        </p:nvSpPr>
        <p:spPr>
          <a:xfrm>
            <a:off x="2888221" y="5659455"/>
            <a:ext cx="584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800" dirty="0">
                <a:cs typeface="Arial"/>
              </a:rPr>
              <a:t>[2]</a:t>
            </a:r>
            <a:endParaRPr lang="en-US" sz="1800" dirty="0"/>
          </a:p>
        </p:txBody>
      </p:sp>
    </p:spTree>
    <p:extLst>
      <p:ext uri="{BB962C8B-B14F-4D97-AF65-F5344CB8AC3E}">
        <p14:creationId xmlns:p14="http://schemas.microsoft.com/office/powerpoint/2010/main" val="266835704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2CA3-733E-B8A6-CB9A-883E398D327B}"/>
              </a:ext>
            </a:extLst>
          </p:cNvPr>
          <p:cNvSpPr>
            <a:spLocks noGrp="1"/>
          </p:cNvSpPr>
          <p:nvPr>
            <p:ph type="title"/>
          </p:nvPr>
        </p:nvSpPr>
        <p:spPr>
          <a:xfrm>
            <a:off x="627553" y="1108034"/>
            <a:ext cx="10936893" cy="677108"/>
          </a:xfrm>
        </p:spPr>
        <p:txBody>
          <a:bodyPr/>
          <a:lstStyle/>
          <a:p>
            <a:r>
              <a:rPr lang="en-US" sz="3200" dirty="0"/>
              <a:t>Motivation</a:t>
            </a:r>
            <a:endParaRPr lang="en-IN" sz="3200" dirty="0"/>
          </a:p>
        </p:txBody>
      </p:sp>
      <p:sp>
        <p:nvSpPr>
          <p:cNvPr id="3" name="Content Placeholder 2">
            <a:extLst>
              <a:ext uri="{FF2B5EF4-FFF2-40B4-BE49-F238E27FC236}">
                <a16:creationId xmlns:a16="http://schemas.microsoft.com/office/drawing/2014/main" id="{8F1F2B86-10C2-9F75-961C-7116517E6C93}"/>
              </a:ext>
            </a:extLst>
          </p:cNvPr>
          <p:cNvSpPr>
            <a:spLocks noGrp="1"/>
          </p:cNvSpPr>
          <p:nvPr>
            <p:ph idx="1"/>
          </p:nvPr>
        </p:nvSpPr>
        <p:spPr>
          <a:xfrm>
            <a:off x="402151" y="1785141"/>
            <a:ext cx="5371714" cy="4124719"/>
          </a:xfrm>
        </p:spPr>
        <p:txBody>
          <a:bodyPr vert="horz" lIns="91440" tIns="91440" rIns="91440" bIns="91440" rtlCol="0" anchor="t">
            <a:spAutoFit/>
          </a:bodyPr>
          <a:lstStyle/>
          <a:p>
            <a:pPr marL="462280" indent="-462280"/>
            <a:r>
              <a:rPr lang="en-US" sz="1800" b="1" dirty="0"/>
              <a:t>Optical Neural Networks (ONN)</a:t>
            </a:r>
          </a:p>
          <a:p>
            <a:pPr marL="1002665" lvl="1" indent="-385445"/>
            <a:r>
              <a:rPr lang="en-US" sz="1600" dirty="0"/>
              <a:t>MZI mesh networks (multipliers) utilizing active phase shifters are crucial in making ONN a reality.</a:t>
            </a:r>
          </a:p>
          <a:p>
            <a:pPr marL="1002665" lvl="1" indent="-385445"/>
            <a:r>
              <a:rPr lang="en-US" sz="1600" dirty="0"/>
              <a:t>The </a:t>
            </a:r>
            <a:r>
              <a:rPr lang="en-US" sz="1600" b="1" dirty="0"/>
              <a:t>energy efficiency </a:t>
            </a:r>
            <a:r>
              <a:rPr lang="en-US" sz="1600" dirty="0"/>
              <a:t>of such networks is extremely important</a:t>
            </a:r>
          </a:p>
          <a:p>
            <a:pPr marL="1002665" lvl="1" indent="-385445"/>
            <a:r>
              <a:rPr lang="en-US" sz="1600" dirty="0"/>
              <a:t>The MZI with active phase shifters is a foundational building block for these networks</a:t>
            </a:r>
          </a:p>
          <a:p>
            <a:pPr marL="1002665" lvl="1" indent="-385445"/>
            <a:r>
              <a:rPr lang="en-US" sz="1600" dirty="0"/>
              <a:t>Thus, the energy efficiency of the MZI phase shifter is of extreme importance to any overall structure (ONN) that uses them</a:t>
            </a:r>
          </a:p>
          <a:p>
            <a:pPr marL="462280" indent="-462280"/>
            <a:endParaRPr lang="en-IN" dirty="0"/>
          </a:p>
        </p:txBody>
      </p:sp>
      <p:pic>
        <p:nvPicPr>
          <p:cNvPr id="5" name="Picture 4">
            <a:extLst>
              <a:ext uri="{FF2B5EF4-FFF2-40B4-BE49-F238E27FC236}">
                <a16:creationId xmlns:a16="http://schemas.microsoft.com/office/drawing/2014/main" id="{E706FE96-12FD-00F7-C0FE-F6EA1F526269}"/>
              </a:ext>
            </a:extLst>
          </p:cNvPr>
          <p:cNvPicPr>
            <a:picLocks noChangeAspect="1"/>
          </p:cNvPicPr>
          <p:nvPr/>
        </p:nvPicPr>
        <p:blipFill>
          <a:blip r:embed="rId2"/>
          <a:stretch>
            <a:fillRect/>
          </a:stretch>
        </p:blipFill>
        <p:spPr>
          <a:xfrm>
            <a:off x="6099554" y="1789937"/>
            <a:ext cx="5234614" cy="3365365"/>
          </a:xfrm>
          <a:prstGeom prst="rect">
            <a:avLst/>
          </a:prstGeom>
        </p:spPr>
      </p:pic>
      <p:sp>
        <p:nvSpPr>
          <p:cNvPr id="9" name="TextBox 8">
            <a:extLst>
              <a:ext uri="{FF2B5EF4-FFF2-40B4-BE49-F238E27FC236}">
                <a16:creationId xmlns:a16="http://schemas.microsoft.com/office/drawing/2014/main" id="{08DF1896-2908-09DD-EE7E-00082D2E21D0}"/>
              </a:ext>
            </a:extLst>
          </p:cNvPr>
          <p:cNvSpPr txBox="1"/>
          <p:nvPr/>
        </p:nvSpPr>
        <p:spPr>
          <a:xfrm>
            <a:off x="6473952" y="5357551"/>
            <a:ext cx="4341633" cy="784830"/>
          </a:xfrm>
          <a:prstGeom prst="rect">
            <a:avLst/>
          </a:prstGeom>
          <a:noFill/>
        </p:spPr>
        <p:txBody>
          <a:bodyPr wrap="square">
            <a:spAutoFit/>
          </a:bodyPr>
          <a:lstStyle/>
          <a:p>
            <a:pPr algn="just"/>
            <a:r>
              <a:rPr lang="en-US" sz="900" b="1" i="0" dirty="0">
                <a:solidFill>
                  <a:srgbClr val="222222"/>
                </a:solidFill>
                <a:effectLst/>
                <a:highlight>
                  <a:srgbClr val="FFFFFF"/>
                </a:highlight>
                <a:latin typeface="Harding"/>
              </a:rPr>
              <a:t>a</a:t>
            </a:r>
            <a:r>
              <a:rPr lang="en-US" sz="900" b="0" i="0" dirty="0">
                <a:solidFill>
                  <a:srgbClr val="222222"/>
                </a:solidFill>
                <a:effectLst/>
                <a:highlight>
                  <a:srgbClr val="FFFFFF"/>
                </a:highlight>
                <a:latin typeface="Harding"/>
              </a:rPr>
              <a:t>, General artificial neural network architecture composed of an input layer, a number of hidden layers and an output layer. </a:t>
            </a:r>
            <a:r>
              <a:rPr lang="en-US" sz="900" b="1" i="0" dirty="0">
                <a:solidFill>
                  <a:srgbClr val="222222"/>
                </a:solidFill>
                <a:effectLst/>
                <a:highlight>
                  <a:srgbClr val="FFFFFF"/>
                </a:highlight>
                <a:latin typeface="Harding"/>
              </a:rPr>
              <a:t>b</a:t>
            </a:r>
            <a:r>
              <a:rPr lang="en-US" sz="900" b="0" i="0" dirty="0">
                <a:solidFill>
                  <a:srgbClr val="222222"/>
                </a:solidFill>
                <a:effectLst/>
                <a:highlight>
                  <a:srgbClr val="FFFFFF"/>
                </a:highlight>
                <a:latin typeface="Harding"/>
              </a:rPr>
              <a:t>, Decomposition of the general neural network into individual layers. </a:t>
            </a:r>
            <a:r>
              <a:rPr lang="en-US" sz="900" b="1" i="0" dirty="0">
                <a:solidFill>
                  <a:srgbClr val="222222"/>
                </a:solidFill>
                <a:effectLst/>
                <a:highlight>
                  <a:srgbClr val="FFFFFF"/>
                </a:highlight>
                <a:latin typeface="Harding"/>
              </a:rPr>
              <a:t>c</a:t>
            </a:r>
            <a:r>
              <a:rPr lang="en-US" sz="900" b="0" i="0" dirty="0">
                <a:solidFill>
                  <a:srgbClr val="222222"/>
                </a:solidFill>
                <a:effectLst/>
                <a:highlight>
                  <a:srgbClr val="FFFFFF"/>
                </a:highlight>
                <a:latin typeface="Harding"/>
              </a:rPr>
              <a:t>, Optical interference and nonlinearity units that compose each layer of the artificial neural network. </a:t>
            </a:r>
            <a:r>
              <a:rPr lang="en-US" sz="900" b="1" i="0" dirty="0">
                <a:solidFill>
                  <a:srgbClr val="222222"/>
                </a:solidFill>
                <a:effectLst/>
                <a:highlight>
                  <a:srgbClr val="FFFFFF"/>
                </a:highlight>
                <a:latin typeface="Harding"/>
              </a:rPr>
              <a:t>d</a:t>
            </a:r>
            <a:r>
              <a:rPr lang="en-US" sz="900" b="0" i="0" dirty="0">
                <a:solidFill>
                  <a:srgbClr val="222222"/>
                </a:solidFill>
                <a:effectLst/>
                <a:highlight>
                  <a:srgbClr val="FFFFFF"/>
                </a:highlight>
                <a:latin typeface="Harding"/>
              </a:rPr>
              <a:t>, Proposal for an all-optical, fully integrated neural network.</a:t>
            </a:r>
            <a:endParaRPr lang="en-US" sz="900" dirty="0"/>
          </a:p>
        </p:txBody>
      </p:sp>
      <p:sp>
        <p:nvSpPr>
          <p:cNvPr id="6" name="Slide Number Placeholder 5">
            <a:extLst>
              <a:ext uri="{FF2B5EF4-FFF2-40B4-BE49-F238E27FC236}">
                <a16:creationId xmlns:a16="http://schemas.microsoft.com/office/drawing/2014/main" id="{B4987774-9088-D8B3-8C60-1538F33775E0}"/>
              </a:ext>
            </a:extLst>
          </p:cNvPr>
          <p:cNvSpPr>
            <a:spLocks noGrp="1"/>
          </p:cNvSpPr>
          <p:nvPr>
            <p:ph type="sldNum" sz="quarter" idx="4"/>
          </p:nvPr>
        </p:nvSpPr>
        <p:spPr/>
        <p:txBody>
          <a:bodyPr/>
          <a:lstStyle/>
          <a:p>
            <a:fld id="{D6BC0CF7-1C3B-49E0-BE83-9776BE0C4175}" type="slidenum">
              <a:rPr lang="en-US" smtClean="0"/>
              <a:t>3</a:t>
            </a:fld>
            <a:endParaRPr lang="en-US"/>
          </a:p>
        </p:txBody>
      </p:sp>
      <p:sp>
        <p:nvSpPr>
          <p:cNvPr id="4" name="TextBox 3">
            <a:extLst>
              <a:ext uri="{FF2B5EF4-FFF2-40B4-BE49-F238E27FC236}">
                <a16:creationId xmlns:a16="http://schemas.microsoft.com/office/drawing/2014/main" id="{7CE8DFD5-9B14-096E-5192-F42A12567F6E}"/>
              </a:ext>
            </a:extLst>
          </p:cNvPr>
          <p:cNvSpPr txBox="1"/>
          <p:nvPr/>
        </p:nvSpPr>
        <p:spPr>
          <a:xfrm>
            <a:off x="8514862" y="6023708"/>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800" dirty="0">
                <a:cs typeface="Arial"/>
              </a:rPr>
              <a:t>[3]</a:t>
            </a:r>
            <a:endParaRPr lang="en-US" sz="1800" dirty="0"/>
          </a:p>
        </p:txBody>
      </p:sp>
    </p:spTree>
    <p:extLst>
      <p:ext uri="{BB962C8B-B14F-4D97-AF65-F5344CB8AC3E}">
        <p14:creationId xmlns:p14="http://schemas.microsoft.com/office/powerpoint/2010/main" val="170808221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8AABF6F-28D6-EF53-0C34-C18B6522F093}"/>
              </a:ext>
            </a:extLst>
          </p:cNvPr>
          <p:cNvSpPr>
            <a:spLocks noGrp="1"/>
          </p:cNvSpPr>
          <p:nvPr>
            <p:ph type="title"/>
          </p:nvPr>
        </p:nvSpPr>
        <p:spPr>
          <a:xfrm>
            <a:off x="407096" y="1113422"/>
            <a:ext cx="10936893" cy="861774"/>
          </a:xfrm>
        </p:spPr>
        <p:txBody>
          <a:bodyPr/>
          <a:lstStyle/>
          <a:p>
            <a:r>
              <a:rPr lang="en-US" sz="4400" dirty="0"/>
              <a:t>Methodology</a:t>
            </a:r>
          </a:p>
        </p:txBody>
      </p:sp>
      <p:sp>
        <p:nvSpPr>
          <p:cNvPr id="6" name="Content Placeholder 2">
            <a:extLst>
              <a:ext uri="{FF2B5EF4-FFF2-40B4-BE49-F238E27FC236}">
                <a16:creationId xmlns:a16="http://schemas.microsoft.com/office/drawing/2014/main" id="{B48BD19A-474E-6F83-67ED-77705484E66D}"/>
              </a:ext>
            </a:extLst>
          </p:cNvPr>
          <p:cNvSpPr>
            <a:spLocks noGrp="1"/>
          </p:cNvSpPr>
          <p:nvPr>
            <p:ph idx="1"/>
          </p:nvPr>
        </p:nvSpPr>
        <p:spPr>
          <a:xfrm>
            <a:off x="407096" y="1975196"/>
            <a:ext cx="7656088" cy="3104696"/>
          </a:xfrm>
        </p:spPr>
        <p:txBody>
          <a:bodyPr vert="horz" wrap="square" lIns="91440" tIns="91440" rIns="91440" bIns="91440" rtlCol="0" anchor="t">
            <a:spAutoFit/>
          </a:bodyPr>
          <a:lstStyle/>
          <a:p>
            <a:pPr marL="462280" indent="-462280"/>
            <a:r>
              <a:rPr lang="en-US" sz="2000" b="1" dirty="0"/>
              <a:t>INTERCONNECT </a:t>
            </a:r>
          </a:p>
          <a:p>
            <a:pPr marL="1002665" lvl="1" indent="-385445"/>
            <a:r>
              <a:rPr lang="en-US" sz="1800" dirty="0"/>
              <a:t>Showcase MZI operation</a:t>
            </a:r>
          </a:p>
          <a:p>
            <a:pPr marL="462280" indent="-462280"/>
            <a:r>
              <a:rPr lang="en-US" sz="2000" b="1" dirty="0"/>
              <a:t>HEAT Simulations</a:t>
            </a:r>
            <a:r>
              <a:rPr lang="en-US" sz="2000" dirty="0"/>
              <a:t> </a:t>
            </a:r>
          </a:p>
          <a:p>
            <a:pPr marL="1002665" lvl="1" indent="-385445"/>
            <a:r>
              <a:rPr lang="en-US" sz="1800" dirty="0"/>
              <a:t>Different materials</a:t>
            </a:r>
          </a:p>
          <a:p>
            <a:pPr marL="1002665" lvl="1" indent="-385445"/>
            <a:r>
              <a:rPr lang="en-US" sz="1800" dirty="0"/>
              <a:t>Different heater wire locations</a:t>
            </a:r>
          </a:p>
          <a:p>
            <a:pPr marL="462280" indent="-462280"/>
            <a:r>
              <a:rPr lang="en-US" sz="2000" b="1" dirty="0"/>
              <a:t>FDTD Simulations</a:t>
            </a:r>
          </a:p>
          <a:p>
            <a:pPr marL="1002665" lvl="1" indent="-385445"/>
            <a:r>
              <a:rPr lang="en-US" sz="1800" dirty="0"/>
              <a:t>Optical loss for the different combinations simulated in HEAT</a:t>
            </a:r>
          </a:p>
        </p:txBody>
      </p:sp>
      <p:sp>
        <p:nvSpPr>
          <p:cNvPr id="8" name="Slide Number Placeholder 7">
            <a:extLst>
              <a:ext uri="{FF2B5EF4-FFF2-40B4-BE49-F238E27FC236}">
                <a16:creationId xmlns:a16="http://schemas.microsoft.com/office/drawing/2014/main" id="{54B52DA5-E74D-2CE4-AB27-B9BD857C137D}"/>
              </a:ext>
            </a:extLst>
          </p:cNvPr>
          <p:cNvSpPr>
            <a:spLocks noGrp="1"/>
          </p:cNvSpPr>
          <p:nvPr>
            <p:ph type="sldNum" sz="quarter" idx="4"/>
          </p:nvPr>
        </p:nvSpPr>
        <p:spPr/>
        <p:txBody>
          <a:bodyPr/>
          <a:lstStyle/>
          <a:p>
            <a:fld id="{D6BC0CF7-1C3B-49E0-BE83-9776BE0C4175}" type="slidenum">
              <a:rPr lang="en-US" smtClean="0"/>
              <a:t>4</a:t>
            </a:fld>
            <a:endParaRPr lang="en-US"/>
          </a:p>
        </p:txBody>
      </p:sp>
    </p:spTree>
    <p:extLst>
      <p:ext uri="{BB962C8B-B14F-4D97-AF65-F5344CB8AC3E}">
        <p14:creationId xmlns:p14="http://schemas.microsoft.com/office/powerpoint/2010/main" val="412645310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1DFEA-9C84-1BA9-DDAA-634FBACADD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BC9233-32FE-ED13-41A4-5F3E10292778}"/>
              </a:ext>
            </a:extLst>
          </p:cNvPr>
          <p:cNvSpPr>
            <a:spLocks noGrp="1"/>
          </p:cNvSpPr>
          <p:nvPr>
            <p:ph type="title"/>
          </p:nvPr>
        </p:nvSpPr>
        <p:spPr>
          <a:xfrm>
            <a:off x="407096" y="1113422"/>
            <a:ext cx="10936893" cy="677108"/>
          </a:xfrm>
        </p:spPr>
        <p:txBody>
          <a:bodyPr/>
          <a:lstStyle/>
          <a:p>
            <a:r>
              <a:rPr lang="en-US" sz="3200" dirty="0"/>
              <a:t>Optical Multiplication – MATLAB Compact Model</a:t>
            </a:r>
          </a:p>
        </p:txBody>
      </p:sp>
      <p:sp>
        <p:nvSpPr>
          <p:cNvPr id="3" name="Content Placeholder 2">
            <a:extLst>
              <a:ext uri="{FF2B5EF4-FFF2-40B4-BE49-F238E27FC236}">
                <a16:creationId xmlns:a16="http://schemas.microsoft.com/office/drawing/2014/main" id="{92202EA4-C4AD-18FE-DB38-10C4834F88B1}"/>
              </a:ext>
            </a:extLst>
          </p:cNvPr>
          <p:cNvSpPr>
            <a:spLocks noGrp="1"/>
          </p:cNvSpPr>
          <p:nvPr>
            <p:ph idx="1"/>
          </p:nvPr>
        </p:nvSpPr>
        <p:spPr>
          <a:xfrm>
            <a:off x="407096" y="1686208"/>
            <a:ext cx="8072875" cy="1525354"/>
          </a:xfrm>
        </p:spPr>
        <p:txBody>
          <a:bodyPr/>
          <a:lstStyle/>
          <a:p>
            <a:r>
              <a:rPr lang="en-US" dirty="0"/>
              <a:t>Replicated the MZI transfer matrix in MATLAB</a:t>
            </a:r>
            <a:endParaRPr lang="en-US"/>
          </a:p>
          <a:p>
            <a:r>
              <a:rPr lang="en-US" dirty="0"/>
              <a:t>Calculated O1 and O2 for various theta values</a:t>
            </a:r>
            <a:endParaRPr lang="en-US"/>
          </a:p>
          <a:p>
            <a:pPr lvl="1"/>
            <a:r>
              <a:rPr lang="en-US" dirty="0"/>
              <a:t>Absolute values shown in table below</a:t>
            </a:r>
            <a:endParaRPr lang="en-US"/>
          </a:p>
          <a:p>
            <a:pPr lvl="1"/>
            <a:r>
              <a:rPr lang="en-US" dirty="0"/>
              <a:t>Input 1 is 1mW and Input 2 is off</a:t>
            </a:r>
            <a:endParaRPr lang="en-US"/>
          </a:p>
        </p:txBody>
      </p:sp>
      <p:pic>
        <p:nvPicPr>
          <p:cNvPr id="5" name="Picture 4">
            <a:extLst>
              <a:ext uri="{FF2B5EF4-FFF2-40B4-BE49-F238E27FC236}">
                <a16:creationId xmlns:a16="http://schemas.microsoft.com/office/drawing/2014/main" id="{B15BA640-8DEF-D855-D236-6AE4A6104303}"/>
              </a:ext>
            </a:extLst>
          </p:cNvPr>
          <p:cNvPicPr>
            <a:picLocks noChangeAspect="1"/>
          </p:cNvPicPr>
          <p:nvPr/>
        </p:nvPicPr>
        <p:blipFill>
          <a:blip r:embed="rId2"/>
          <a:stretch>
            <a:fillRect/>
          </a:stretch>
        </p:blipFill>
        <p:spPr>
          <a:xfrm>
            <a:off x="7599856" y="1833343"/>
            <a:ext cx="3918108" cy="2756437"/>
          </a:xfrm>
          <a:prstGeom prst="rect">
            <a:avLst/>
          </a:prstGeom>
        </p:spPr>
      </p:pic>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9454D95C-D741-319E-23DD-88955260F3A4}"/>
                  </a:ext>
                </a:extLst>
              </p:cNvPr>
              <p:cNvGraphicFramePr>
                <a:graphicFrameLocks noGrp="1"/>
              </p:cNvGraphicFramePr>
              <p:nvPr>
                <p:extLst>
                  <p:ext uri="{D42A27DB-BD31-4B8C-83A1-F6EECF244321}">
                    <p14:modId xmlns:p14="http://schemas.microsoft.com/office/powerpoint/2010/main" val="2815273112"/>
                  </p:ext>
                </p:extLst>
              </p:nvPr>
            </p:nvGraphicFramePr>
            <p:xfrm>
              <a:off x="489334" y="3612853"/>
              <a:ext cx="5719968" cy="1670072"/>
            </p:xfrm>
            <a:graphic>
              <a:graphicData uri="http://schemas.openxmlformats.org/drawingml/2006/table">
                <a:tbl>
                  <a:tblPr firstRow="1" bandRow="1">
                    <a:tableStyleId>{9D7B26C5-4107-4FEC-AEDC-1716B250A1EF}</a:tableStyleId>
                  </a:tblPr>
                  <a:tblGrid>
                    <a:gridCol w="953328">
                      <a:extLst>
                        <a:ext uri="{9D8B030D-6E8A-4147-A177-3AD203B41FA5}">
                          <a16:colId xmlns:a16="http://schemas.microsoft.com/office/drawing/2014/main" val="1238669237"/>
                        </a:ext>
                      </a:extLst>
                    </a:gridCol>
                    <a:gridCol w="953328">
                      <a:extLst>
                        <a:ext uri="{9D8B030D-6E8A-4147-A177-3AD203B41FA5}">
                          <a16:colId xmlns:a16="http://schemas.microsoft.com/office/drawing/2014/main" val="3842869593"/>
                        </a:ext>
                      </a:extLst>
                    </a:gridCol>
                    <a:gridCol w="953328">
                      <a:extLst>
                        <a:ext uri="{9D8B030D-6E8A-4147-A177-3AD203B41FA5}">
                          <a16:colId xmlns:a16="http://schemas.microsoft.com/office/drawing/2014/main" val="147672434"/>
                        </a:ext>
                      </a:extLst>
                    </a:gridCol>
                    <a:gridCol w="953328">
                      <a:extLst>
                        <a:ext uri="{9D8B030D-6E8A-4147-A177-3AD203B41FA5}">
                          <a16:colId xmlns:a16="http://schemas.microsoft.com/office/drawing/2014/main" val="3821260557"/>
                        </a:ext>
                      </a:extLst>
                    </a:gridCol>
                    <a:gridCol w="953328">
                      <a:extLst>
                        <a:ext uri="{9D8B030D-6E8A-4147-A177-3AD203B41FA5}">
                          <a16:colId xmlns:a16="http://schemas.microsoft.com/office/drawing/2014/main" val="3915959911"/>
                        </a:ext>
                      </a:extLst>
                    </a:gridCol>
                    <a:gridCol w="953328">
                      <a:extLst>
                        <a:ext uri="{9D8B030D-6E8A-4147-A177-3AD203B41FA5}">
                          <a16:colId xmlns:a16="http://schemas.microsoft.com/office/drawing/2014/main" val="4192220713"/>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dirty="0"/>
                            <a:t>Output</a:t>
                          </a:r>
                        </a:p>
                      </a:txBody>
                      <a:tcPr marL="82835" marR="82835" marT="41418" marB="41418"/>
                    </a:tc>
                    <a:tc gridSpan="5">
                      <a:txBody>
                        <a:bodyPr/>
                        <a:lstStyle/>
                        <a:p>
                          <a:pPr algn="ctr"/>
                          <a:r>
                            <a:rPr lang="en-US" sz="1800" dirty="0"/>
                            <a:t>Theta</a:t>
                          </a:r>
                        </a:p>
                      </a:txBody>
                      <a:tcPr marL="82835" marR="82835" marT="41418" marB="41418"/>
                    </a:tc>
                    <a:tc hMerge="1">
                      <a:txBody>
                        <a:bodyPr/>
                        <a:lstStyle/>
                        <a:p>
                          <a:endParaRPr/>
                        </a:p>
                      </a:txBody>
                      <a:tcPr marL="82835" marR="82835" marT="41418" marB="41418"/>
                    </a:tc>
                    <a:tc hMerge="1">
                      <a:txBody>
                        <a:bodyPr/>
                        <a:lstStyle/>
                        <a:p>
                          <a:endParaRPr lang="en-US" sz="1800" dirty="0"/>
                        </a:p>
                      </a:txBody>
                      <a:tcPr marL="82835" marR="82835" marT="41418" marB="41418"/>
                    </a:tc>
                    <a:tc hMerge="1">
                      <a:txBody>
                        <a:bodyPr/>
                        <a:lstStyle/>
                        <a:p>
                          <a:endParaRPr lang="en-US"/>
                        </a:p>
                      </a:txBody>
                      <a:tcPr/>
                    </a:tc>
                    <a:tc hMerge="1">
                      <a:txBody>
                        <a:bodyPr/>
                        <a:lstStyle/>
                        <a:p>
                          <a:endParaRPr lang="en-US" sz="1800" dirty="0"/>
                        </a:p>
                      </a:txBody>
                      <a:tcPr marL="82835" marR="82835" marT="41418" marB="41418"/>
                    </a:tc>
                    <a:extLst>
                      <a:ext uri="{0D108BD9-81ED-4DB2-BD59-A6C34878D82A}">
                        <a16:rowId xmlns:a16="http://schemas.microsoft.com/office/drawing/2014/main" val="444012556"/>
                      </a:ext>
                    </a:extLst>
                  </a:tr>
                  <a:tr h="417518">
                    <a:tc>
                      <a:txBody>
                        <a:bodyPr/>
                        <a:lstStyle/>
                        <a:p>
                          <a:endParaRPr lang="en-US" sz="1800" dirty="0"/>
                        </a:p>
                      </a:txBody>
                      <a:tcPr marL="82835" marR="82835" marT="41418" marB="41418"/>
                    </a:tc>
                    <a:tc>
                      <a:txBody>
                        <a:bodyPr/>
                        <a:lstStyle/>
                        <a:p>
                          <a:r>
                            <a:rPr lang="en-US" sz="1800" b="1" dirty="0"/>
                            <a:t>0</a:t>
                          </a:r>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𝟒</m:t>
                                </m:r>
                              </m:oMath>
                            </m:oMathPara>
                          </a14:m>
                          <a:endParaRPr lang="en-US" sz="1800" b="1"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𝟐</m:t>
                                </m:r>
                              </m:oMath>
                            </m:oMathPara>
                          </a14:m>
                          <a:endParaRPr lang="en-US" sz="1800" b="1" dirty="0"/>
                        </a:p>
                      </a:txBody>
                      <a:tcPr marL="82835" marR="82835" marT="41418" marB="41418"/>
                    </a:tc>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𝟑</m:t>
                                </m:r>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𝟒</m:t>
                                </m:r>
                              </m:oMath>
                            </m:oMathPara>
                          </a14:m>
                          <a:endParaRPr lang="en-US" sz="1800" b="1"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oMath>
                            </m:oMathPara>
                          </a14:m>
                          <a:endParaRPr lang="en-US" sz="1800" b="1" dirty="0"/>
                        </a:p>
                      </a:txBody>
                      <a:tcPr marL="82835" marR="82835" marT="41418" marB="41418"/>
                    </a:tc>
                    <a:extLst>
                      <a:ext uri="{0D108BD9-81ED-4DB2-BD59-A6C34878D82A}">
                        <a16:rowId xmlns:a16="http://schemas.microsoft.com/office/drawing/2014/main" val="1492468584"/>
                      </a:ext>
                    </a:extLst>
                  </a:tr>
                  <a:tr h="417518">
                    <a:tc>
                      <a:txBody>
                        <a:bodyPr/>
                        <a:lstStyle/>
                        <a:p>
                          <a:r>
                            <a:rPr lang="en-US" sz="1800" dirty="0"/>
                            <a:t>O1</a:t>
                          </a:r>
                        </a:p>
                      </a:txBody>
                      <a:tcPr marL="82835" marR="82835" marT="41418" marB="41418"/>
                    </a:tc>
                    <a:tc>
                      <a:txBody>
                        <a:bodyPr/>
                        <a:lstStyle/>
                        <a:p>
                          <a:r>
                            <a:rPr lang="en-US" sz="1800" dirty="0"/>
                            <a:t>0</a:t>
                          </a:r>
                        </a:p>
                      </a:txBody>
                      <a:tcPr marL="82835" marR="82835" marT="41418" marB="41418"/>
                    </a:tc>
                    <a:tc>
                      <a:txBody>
                        <a:bodyPr/>
                        <a:lstStyle/>
                        <a:p>
                          <a:r>
                            <a:rPr lang="en-US" sz="1800" dirty="0"/>
                            <a:t>0.383</a:t>
                          </a:r>
                        </a:p>
                      </a:txBody>
                      <a:tcPr marL="82835" marR="82835" marT="41418" marB="41418"/>
                    </a:tc>
                    <a:tc>
                      <a:txBody>
                        <a:bodyPr/>
                        <a:lstStyle/>
                        <a:p>
                          <a:r>
                            <a:rPr lang="en-US" sz="1800" dirty="0"/>
                            <a:t>0.707</a:t>
                          </a:r>
                        </a:p>
                      </a:txBody>
                      <a:tcPr marL="82835" marR="82835" marT="41418" marB="41418"/>
                    </a:tc>
                    <a:tc>
                      <a:txBody>
                        <a:bodyPr/>
                        <a:lstStyle/>
                        <a:p>
                          <a:r>
                            <a:rPr lang="en-US" sz="1800" dirty="0"/>
                            <a:t>0.924</a:t>
                          </a:r>
                        </a:p>
                      </a:txBody>
                      <a:tcPr marL="82835" marR="82835" marT="41418" marB="41418"/>
                    </a:tc>
                    <a:tc>
                      <a:txBody>
                        <a:bodyPr/>
                        <a:lstStyle/>
                        <a:p>
                          <a:r>
                            <a:rPr lang="en-US" sz="1800" dirty="0"/>
                            <a:t>1</a:t>
                          </a:r>
                        </a:p>
                      </a:txBody>
                      <a:tcPr marL="82835" marR="82835" marT="41418" marB="41418"/>
                    </a:tc>
                    <a:extLst>
                      <a:ext uri="{0D108BD9-81ED-4DB2-BD59-A6C34878D82A}">
                        <a16:rowId xmlns:a16="http://schemas.microsoft.com/office/drawing/2014/main" val="667751040"/>
                      </a:ext>
                    </a:extLst>
                  </a:tr>
                  <a:tr h="417518">
                    <a:tc>
                      <a:txBody>
                        <a:bodyPr/>
                        <a:lstStyle/>
                        <a:p>
                          <a:r>
                            <a:rPr lang="en-US" sz="1800" dirty="0"/>
                            <a:t>O2</a:t>
                          </a:r>
                        </a:p>
                      </a:txBody>
                      <a:tcPr marL="82835" marR="82835" marT="41418" marB="41418"/>
                    </a:tc>
                    <a:tc>
                      <a:txBody>
                        <a:bodyPr/>
                        <a:lstStyle/>
                        <a:p>
                          <a:r>
                            <a:rPr lang="en-US" sz="1800" dirty="0"/>
                            <a:t>1</a:t>
                          </a:r>
                        </a:p>
                      </a:txBody>
                      <a:tcPr marL="82835" marR="82835" marT="41418" marB="41418"/>
                    </a:tc>
                    <a:tc>
                      <a:txBody>
                        <a:bodyPr/>
                        <a:lstStyle/>
                        <a:p>
                          <a:r>
                            <a:rPr lang="en-US" sz="1800" dirty="0"/>
                            <a:t>0.924</a:t>
                          </a:r>
                        </a:p>
                      </a:txBody>
                      <a:tcPr marL="82835" marR="82835" marT="41418" marB="41418"/>
                    </a:tc>
                    <a:tc>
                      <a:txBody>
                        <a:bodyPr/>
                        <a:lstStyle/>
                        <a:p>
                          <a:r>
                            <a:rPr lang="en-US" sz="1800" dirty="0"/>
                            <a:t>0.707</a:t>
                          </a:r>
                        </a:p>
                      </a:txBody>
                      <a:tcPr marL="82835" marR="82835" marT="41418" marB="41418"/>
                    </a:tc>
                    <a:tc>
                      <a:txBody>
                        <a:bodyPr/>
                        <a:lstStyle/>
                        <a:p>
                          <a:r>
                            <a:rPr lang="en-US" sz="1800" dirty="0"/>
                            <a:t>0.383</a:t>
                          </a:r>
                        </a:p>
                      </a:txBody>
                      <a:tcPr marL="82835" marR="82835" marT="41418" marB="41418"/>
                    </a:tc>
                    <a:tc>
                      <a:txBody>
                        <a:bodyPr/>
                        <a:lstStyle/>
                        <a:p>
                          <a:r>
                            <a:rPr lang="en-US" sz="1800" dirty="0"/>
                            <a:t>0</a:t>
                          </a:r>
                        </a:p>
                      </a:txBody>
                      <a:tcPr marL="82835" marR="82835" marT="41418" marB="41418"/>
                    </a:tc>
                    <a:extLst>
                      <a:ext uri="{0D108BD9-81ED-4DB2-BD59-A6C34878D82A}">
                        <a16:rowId xmlns:a16="http://schemas.microsoft.com/office/drawing/2014/main" val="3933660670"/>
                      </a:ext>
                    </a:extLst>
                  </a:tr>
                </a:tbl>
              </a:graphicData>
            </a:graphic>
          </p:graphicFrame>
        </mc:Choice>
        <mc:Fallback xmlns="">
          <p:graphicFrame>
            <p:nvGraphicFramePr>
              <p:cNvPr id="6" name="Table 5">
                <a:extLst>
                  <a:ext uri="{FF2B5EF4-FFF2-40B4-BE49-F238E27FC236}">
                    <a16:creationId xmlns:a16="http://schemas.microsoft.com/office/drawing/2014/main" id="{9454D95C-D741-319E-23DD-88955260F3A4}"/>
                  </a:ext>
                </a:extLst>
              </p:cNvPr>
              <p:cNvGraphicFramePr>
                <a:graphicFrameLocks noGrp="1"/>
              </p:cNvGraphicFramePr>
              <p:nvPr>
                <p:extLst>
                  <p:ext uri="{D42A27DB-BD31-4B8C-83A1-F6EECF244321}">
                    <p14:modId xmlns:p14="http://schemas.microsoft.com/office/powerpoint/2010/main" val="2815273112"/>
                  </p:ext>
                </p:extLst>
              </p:nvPr>
            </p:nvGraphicFramePr>
            <p:xfrm>
              <a:off x="489334" y="3612853"/>
              <a:ext cx="5719968" cy="1670072"/>
            </p:xfrm>
            <a:graphic>
              <a:graphicData uri="http://schemas.openxmlformats.org/drawingml/2006/table">
                <a:tbl>
                  <a:tblPr firstRow="1" bandRow="1">
                    <a:tableStyleId>{9D7B26C5-4107-4FEC-AEDC-1716B250A1EF}</a:tableStyleId>
                  </a:tblPr>
                  <a:tblGrid>
                    <a:gridCol w="953328">
                      <a:extLst>
                        <a:ext uri="{9D8B030D-6E8A-4147-A177-3AD203B41FA5}">
                          <a16:colId xmlns:a16="http://schemas.microsoft.com/office/drawing/2014/main" val="1238669237"/>
                        </a:ext>
                      </a:extLst>
                    </a:gridCol>
                    <a:gridCol w="953328">
                      <a:extLst>
                        <a:ext uri="{9D8B030D-6E8A-4147-A177-3AD203B41FA5}">
                          <a16:colId xmlns:a16="http://schemas.microsoft.com/office/drawing/2014/main" val="3842869593"/>
                        </a:ext>
                      </a:extLst>
                    </a:gridCol>
                    <a:gridCol w="953328">
                      <a:extLst>
                        <a:ext uri="{9D8B030D-6E8A-4147-A177-3AD203B41FA5}">
                          <a16:colId xmlns:a16="http://schemas.microsoft.com/office/drawing/2014/main" val="147672434"/>
                        </a:ext>
                      </a:extLst>
                    </a:gridCol>
                    <a:gridCol w="953328">
                      <a:extLst>
                        <a:ext uri="{9D8B030D-6E8A-4147-A177-3AD203B41FA5}">
                          <a16:colId xmlns:a16="http://schemas.microsoft.com/office/drawing/2014/main" val="3821260557"/>
                        </a:ext>
                      </a:extLst>
                    </a:gridCol>
                    <a:gridCol w="953328">
                      <a:extLst>
                        <a:ext uri="{9D8B030D-6E8A-4147-A177-3AD203B41FA5}">
                          <a16:colId xmlns:a16="http://schemas.microsoft.com/office/drawing/2014/main" val="3915959911"/>
                        </a:ext>
                      </a:extLst>
                    </a:gridCol>
                    <a:gridCol w="953328">
                      <a:extLst>
                        <a:ext uri="{9D8B030D-6E8A-4147-A177-3AD203B41FA5}">
                          <a16:colId xmlns:a16="http://schemas.microsoft.com/office/drawing/2014/main" val="4192220713"/>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a:t>Output</a:t>
                          </a:r>
                        </a:p>
                      </a:txBody>
                      <a:tcPr marL="82835" marR="82835" marT="41418" marB="41418"/>
                    </a:tc>
                    <a:tc gridSpan="5">
                      <a:txBody>
                        <a:bodyPr/>
                        <a:lstStyle/>
                        <a:p>
                          <a:pPr algn="ctr"/>
                          <a:r>
                            <a:rPr lang="en-US" sz="1800"/>
                            <a:t>Theta</a:t>
                          </a:r>
                        </a:p>
                      </a:txBody>
                      <a:tcPr marL="82835" marR="82835" marT="41418" marB="41418"/>
                    </a:tc>
                    <a:tc hMerge="1">
                      <a:txBody>
                        <a:bodyPr/>
                        <a:lstStyle/>
                        <a:p>
                          <a:endParaRPr/>
                        </a:p>
                      </a:txBody>
                      <a:tcPr marL="82835" marR="82835" marT="41418" marB="41418"/>
                    </a:tc>
                    <a:tc hMerge="1">
                      <a:txBody>
                        <a:bodyPr/>
                        <a:lstStyle/>
                        <a:p>
                          <a:endParaRPr lang="en-US" sz="1800"/>
                        </a:p>
                      </a:txBody>
                      <a:tcPr marL="82835" marR="82835" marT="41418" marB="41418"/>
                    </a:tc>
                    <a:tc hMerge="1">
                      <a:txBody>
                        <a:bodyPr/>
                        <a:lstStyle/>
                        <a:p>
                          <a:endParaRPr lang="en-US"/>
                        </a:p>
                      </a:txBody>
                      <a:tcPr/>
                    </a:tc>
                    <a:tc hMerge="1">
                      <a:txBody>
                        <a:bodyPr/>
                        <a:lstStyle/>
                        <a:p>
                          <a:endParaRPr lang="en-US" sz="1800"/>
                        </a:p>
                      </a:txBody>
                      <a:tcPr marL="82835" marR="82835" marT="41418" marB="41418"/>
                    </a:tc>
                    <a:extLst>
                      <a:ext uri="{0D108BD9-81ED-4DB2-BD59-A6C34878D82A}">
                        <a16:rowId xmlns:a16="http://schemas.microsoft.com/office/drawing/2014/main" val="444012556"/>
                      </a:ext>
                    </a:extLst>
                  </a:tr>
                  <a:tr h="417518">
                    <a:tc>
                      <a:txBody>
                        <a:bodyPr/>
                        <a:lstStyle/>
                        <a:p>
                          <a:endParaRPr lang="en-US" sz="1800"/>
                        </a:p>
                      </a:txBody>
                      <a:tcPr marL="82835" marR="82835" marT="41418" marB="41418"/>
                    </a:tc>
                    <a:tc>
                      <a:txBody>
                        <a:bodyPr/>
                        <a:lstStyle/>
                        <a:p>
                          <a:r>
                            <a:rPr lang="en-US" sz="1800" b="1"/>
                            <a:t>0</a:t>
                          </a:r>
                        </a:p>
                      </a:txBody>
                      <a:tcPr marL="82835" marR="82835" marT="41418" marB="41418"/>
                    </a:tc>
                    <a:tc>
                      <a:txBody>
                        <a:bodyPr/>
                        <a:lstStyle/>
                        <a:p>
                          <a:endParaRPr lang="en-US"/>
                        </a:p>
                      </a:txBody>
                      <a:tcPr marL="82835" marR="82835" marT="41418" marB="41418">
                        <a:blipFill>
                          <a:blip r:embed="rId3"/>
                          <a:stretch>
                            <a:fillRect l="-199363" t="-108696" r="-299363" b="-207246"/>
                          </a:stretch>
                        </a:blipFill>
                      </a:tcPr>
                    </a:tc>
                    <a:tc>
                      <a:txBody>
                        <a:bodyPr/>
                        <a:lstStyle/>
                        <a:p>
                          <a:endParaRPr lang="en-US"/>
                        </a:p>
                      </a:txBody>
                      <a:tcPr marL="82835" marR="82835" marT="41418" marB="41418">
                        <a:blipFill>
                          <a:blip r:embed="rId3"/>
                          <a:stretch>
                            <a:fillRect l="-301282" t="-108696" r="-201282" b="-207246"/>
                          </a:stretch>
                        </a:blipFill>
                      </a:tcPr>
                    </a:tc>
                    <a:tc>
                      <a:txBody>
                        <a:bodyPr/>
                        <a:lstStyle/>
                        <a:p>
                          <a:endParaRPr lang="en-US"/>
                        </a:p>
                      </a:txBody>
                      <a:tcPr marL="82835" marR="82835" marT="41418" marB="41418">
                        <a:blipFill>
                          <a:blip r:embed="rId3"/>
                          <a:stretch>
                            <a:fillRect l="-398726" t="-108696" r="-100000" b="-207246"/>
                          </a:stretch>
                        </a:blipFill>
                      </a:tcPr>
                    </a:tc>
                    <a:tc>
                      <a:txBody>
                        <a:bodyPr/>
                        <a:lstStyle/>
                        <a:p>
                          <a:endParaRPr lang="en-US"/>
                        </a:p>
                      </a:txBody>
                      <a:tcPr marL="82835" marR="82835" marT="41418" marB="41418">
                        <a:blipFill>
                          <a:blip r:embed="rId3"/>
                          <a:stretch>
                            <a:fillRect l="-501923" t="-108696" r="-641" b="-207246"/>
                          </a:stretch>
                        </a:blipFill>
                      </a:tcPr>
                    </a:tc>
                    <a:extLst>
                      <a:ext uri="{0D108BD9-81ED-4DB2-BD59-A6C34878D82A}">
                        <a16:rowId xmlns:a16="http://schemas.microsoft.com/office/drawing/2014/main" val="1492468584"/>
                      </a:ext>
                    </a:extLst>
                  </a:tr>
                  <a:tr h="417518">
                    <a:tc>
                      <a:txBody>
                        <a:bodyPr/>
                        <a:lstStyle/>
                        <a:p>
                          <a:r>
                            <a:rPr lang="en-US" sz="1800"/>
                            <a:t>O1</a:t>
                          </a:r>
                        </a:p>
                      </a:txBody>
                      <a:tcPr marL="82835" marR="82835" marT="41418" marB="41418"/>
                    </a:tc>
                    <a:tc>
                      <a:txBody>
                        <a:bodyPr/>
                        <a:lstStyle/>
                        <a:p>
                          <a:r>
                            <a:rPr lang="en-US" sz="1800"/>
                            <a:t>0</a:t>
                          </a:r>
                        </a:p>
                      </a:txBody>
                      <a:tcPr marL="82835" marR="82835" marT="41418" marB="41418"/>
                    </a:tc>
                    <a:tc>
                      <a:txBody>
                        <a:bodyPr/>
                        <a:lstStyle/>
                        <a:p>
                          <a:r>
                            <a:rPr lang="en-US" sz="1800"/>
                            <a:t>0.383</a:t>
                          </a:r>
                        </a:p>
                      </a:txBody>
                      <a:tcPr marL="82835" marR="82835" marT="41418" marB="41418"/>
                    </a:tc>
                    <a:tc>
                      <a:txBody>
                        <a:bodyPr/>
                        <a:lstStyle/>
                        <a:p>
                          <a:r>
                            <a:rPr lang="en-US" sz="1800"/>
                            <a:t>0.707</a:t>
                          </a:r>
                        </a:p>
                      </a:txBody>
                      <a:tcPr marL="82835" marR="82835" marT="41418" marB="41418"/>
                    </a:tc>
                    <a:tc>
                      <a:txBody>
                        <a:bodyPr/>
                        <a:lstStyle/>
                        <a:p>
                          <a:r>
                            <a:rPr lang="en-US" sz="1800"/>
                            <a:t>0.924</a:t>
                          </a:r>
                        </a:p>
                      </a:txBody>
                      <a:tcPr marL="82835" marR="82835" marT="41418" marB="41418"/>
                    </a:tc>
                    <a:tc>
                      <a:txBody>
                        <a:bodyPr/>
                        <a:lstStyle/>
                        <a:p>
                          <a:r>
                            <a:rPr lang="en-US" sz="1800"/>
                            <a:t>1</a:t>
                          </a:r>
                        </a:p>
                      </a:txBody>
                      <a:tcPr marL="82835" marR="82835" marT="41418" marB="41418"/>
                    </a:tc>
                    <a:extLst>
                      <a:ext uri="{0D108BD9-81ED-4DB2-BD59-A6C34878D82A}">
                        <a16:rowId xmlns:a16="http://schemas.microsoft.com/office/drawing/2014/main" val="667751040"/>
                      </a:ext>
                    </a:extLst>
                  </a:tr>
                  <a:tr h="417518">
                    <a:tc>
                      <a:txBody>
                        <a:bodyPr/>
                        <a:lstStyle/>
                        <a:p>
                          <a:r>
                            <a:rPr lang="en-US" sz="1800"/>
                            <a:t>O2</a:t>
                          </a:r>
                        </a:p>
                      </a:txBody>
                      <a:tcPr marL="82835" marR="82835" marT="41418" marB="41418"/>
                    </a:tc>
                    <a:tc>
                      <a:txBody>
                        <a:bodyPr/>
                        <a:lstStyle/>
                        <a:p>
                          <a:r>
                            <a:rPr lang="en-US" sz="1800"/>
                            <a:t>1</a:t>
                          </a:r>
                        </a:p>
                      </a:txBody>
                      <a:tcPr marL="82835" marR="82835" marT="41418" marB="41418"/>
                    </a:tc>
                    <a:tc>
                      <a:txBody>
                        <a:bodyPr/>
                        <a:lstStyle/>
                        <a:p>
                          <a:r>
                            <a:rPr lang="en-US" sz="1800"/>
                            <a:t>0.924</a:t>
                          </a:r>
                        </a:p>
                      </a:txBody>
                      <a:tcPr marL="82835" marR="82835" marT="41418" marB="41418"/>
                    </a:tc>
                    <a:tc>
                      <a:txBody>
                        <a:bodyPr/>
                        <a:lstStyle/>
                        <a:p>
                          <a:r>
                            <a:rPr lang="en-US" sz="1800"/>
                            <a:t>0.707</a:t>
                          </a:r>
                        </a:p>
                      </a:txBody>
                      <a:tcPr marL="82835" marR="82835" marT="41418" marB="41418"/>
                    </a:tc>
                    <a:tc>
                      <a:txBody>
                        <a:bodyPr/>
                        <a:lstStyle/>
                        <a:p>
                          <a:r>
                            <a:rPr lang="en-US" sz="1800"/>
                            <a:t>0.383</a:t>
                          </a:r>
                        </a:p>
                      </a:txBody>
                      <a:tcPr marL="82835" marR="82835" marT="41418" marB="41418"/>
                    </a:tc>
                    <a:tc>
                      <a:txBody>
                        <a:bodyPr/>
                        <a:lstStyle/>
                        <a:p>
                          <a:r>
                            <a:rPr lang="en-US" sz="1800"/>
                            <a:t>0</a:t>
                          </a:r>
                        </a:p>
                      </a:txBody>
                      <a:tcPr marL="82835" marR="82835" marT="41418" marB="41418"/>
                    </a:tc>
                    <a:extLst>
                      <a:ext uri="{0D108BD9-81ED-4DB2-BD59-A6C34878D82A}">
                        <a16:rowId xmlns:a16="http://schemas.microsoft.com/office/drawing/2014/main" val="3933660670"/>
                      </a:ext>
                    </a:extLst>
                  </a:tr>
                </a:tbl>
              </a:graphicData>
            </a:graphic>
          </p:graphicFrame>
        </mc:Fallback>
      </mc:AlternateContent>
      <p:sp>
        <p:nvSpPr>
          <p:cNvPr id="7" name="TextBox 6">
            <a:extLst>
              <a:ext uri="{FF2B5EF4-FFF2-40B4-BE49-F238E27FC236}">
                <a16:creationId xmlns:a16="http://schemas.microsoft.com/office/drawing/2014/main" id="{F4B9DF2D-84B9-4D14-4092-840ADD0BCABC}"/>
              </a:ext>
            </a:extLst>
          </p:cNvPr>
          <p:cNvSpPr txBox="1"/>
          <p:nvPr/>
        </p:nvSpPr>
        <p:spPr>
          <a:xfrm>
            <a:off x="2184093" y="3203428"/>
            <a:ext cx="2330450" cy="400110"/>
          </a:xfrm>
          <a:prstGeom prst="rect">
            <a:avLst/>
          </a:prstGeom>
          <a:noFill/>
        </p:spPr>
        <p:txBody>
          <a:bodyPr wrap="square" rtlCol="0">
            <a:spAutoFit/>
          </a:bodyPr>
          <a:lstStyle/>
          <a:p>
            <a:pPr algn="ctr"/>
            <a:r>
              <a:rPr lang="en-US" sz="2000" dirty="0"/>
              <a:t>Transmission [</a:t>
            </a:r>
            <a:r>
              <a:rPr lang="en-US" sz="2000" dirty="0" err="1"/>
              <a:t>uW</a:t>
            </a:r>
            <a:r>
              <a:rPr lang="en-US" sz="2000" dirty="0"/>
              <a:t>]</a:t>
            </a:r>
          </a:p>
        </p:txBody>
      </p:sp>
      <p:sp>
        <p:nvSpPr>
          <p:cNvPr id="8" name="TextBox 7">
            <a:extLst>
              <a:ext uri="{FF2B5EF4-FFF2-40B4-BE49-F238E27FC236}">
                <a16:creationId xmlns:a16="http://schemas.microsoft.com/office/drawing/2014/main" id="{42CBAF32-6142-1423-81D7-63250B06DDD9}"/>
              </a:ext>
            </a:extLst>
          </p:cNvPr>
          <p:cNvSpPr txBox="1"/>
          <p:nvPr/>
        </p:nvSpPr>
        <p:spPr>
          <a:xfrm>
            <a:off x="8304094" y="4529179"/>
            <a:ext cx="2509631" cy="369332"/>
          </a:xfrm>
          <a:prstGeom prst="rect">
            <a:avLst/>
          </a:prstGeom>
          <a:noFill/>
        </p:spPr>
        <p:txBody>
          <a:bodyPr wrap="square" rtlCol="0">
            <a:spAutoFit/>
          </a:bodyPr>
          <a:lstStyle/>
          <a:p>
            <a:r>
              <a:rPr lang="en-US" sz="1800" dirty="0"/>
              <a:t>MZI Transfer Matrix [4]</a:t>
            </a:r>
          </a:p>
        </p:txBody>
      </p:sp>
      <p:sp>
        <p:nvSpPr>
          <p:cNvPr id="10" name="Slide Number Placeholder 9">
            <a:extLst>
              <a:ext uri="{FF2B5EF4-FFF2-40B4-BE49-F238E27FC236}">
                <a16:creationId xmlns:a16="http://schemas.microsoft.com/office/drawing/2014/main" id="{545A33AE-AD19-D68C-6EA1-9B9617E46DCC}"/>
              </a:ext>
            </a:extLst>
          </p:cNvPr>
          <p:cNvSpPr>
            <a:spLocks noGrp="1"/>
          </p:cNvSpPr>
          <p:nvPr>
            <p:ph type="sldNum" sz="quarter" idx="4"/>
          </p:nvPr>
        </p:nvSpPr>
        <p:spPr/>
        <p:txBody>
          <a:bodyPr/>
          <a:lstStyle/>
          <a:p>
            <a:fld id="{D6BC0CF7-1C3B-49E0-BE83-9776BE0C4175}" type="slidenum">
              <a:rPr lang="en-US" smtClean="0"/>
              <a:t>5</a:t>
            </a:fld>
            <a:endParaRPr lang="en-US"/>
          </a:p>
        </p:txBody>
      </p:sp>
      <p:pic>
        <p:nvPicPr>
          <p:cNvPr id="12" name="Picture 11">
            <a:extLst>
              <a:ext uri="{FF2B5EF4-FFF2-40B4-BE49-F238E27FC236}">
                <a16:creationId xmlns:a16="http://schemas.microsoft.com/office/drawing/2014/main" id="{03C4CB3A-23DE-2A60-964F-965F5523F4D3}"/>
              </a:ext>
            </a:extLst>
          </p:cNvPr>
          <p:cNvPicPr>
            <a:picLocks noChangeAspect="1"/>
          </p:cNvPicPr>
          <p:nvPr/>
        </p:nvPicPr>
        <p:blipFill>
          <a:blip r:embed="rId4"/>
          <a:stretch>
            <a:fillRect/>
          </a:stretch>
        </p:blipFill>
        <p:spPr>
          <a:xfrm>
            <a:off x="2272248" y="5697269"/>
            <a:ext cx="1057631" cy="734063"/>
          </a:xfrm>
          <a:prstGeom prst="rect">
            <a:avLst/>
          </a:prstGeom>
        </p:spPr>
      </p:pic>
      <p:sp>
        <p:nvSpPr>
          <p:cNvPr id="13" name="Arrow: Down 12">
            <a:extLst>
              <a:ext uri="{FF2B5EF4-FFF2-40B4-BE49-F238E27FC236}">
                <a16:creationId xmlns:a16="http://schemas.microsoft.com/office/drawing/2014/main" id="{CE3F1DD8-4B1C-D9FF-6FDD-B6E5E72A6CD6}"/>
              </a:ext>
            </a:extLst>
          </p:cNvPr>
          <p:cNvSpPr/>
          <p:nvPr/>
        </p:nvSpPr>
        <p:spPr>
          <a:xfrm>
            <a:off x="2582895" y="5327937"/>
            <a:ext cx="349250" cy="369332"/>
          </a:xfrm>
          <a:prstGeom prst="downArrow">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794CB69-D017-717C-C09F-6FAE8BB2AF62}"/>
              </a:ext>
            </a:extLst>
          </p:cNvPr>
          <p:cNvSpPr txBox="1"/>
          <p:nvPr/>
        </p:nvSpPr>
        <p:spPr>
          <a:xfrm>
            <a:off x="7742863" y="6064300"/>
            <a:ext cx="3632092" cy="369332"/>
          </a:xfrm>
          <a:prstGeom prst="rect">
            <a:avLst/>
          </a:prstGeom>
          <a:noFill/>
        </p:spPr>
        <p:txBody>
          <a:bodyPr wrap="square" rtlCol="0">
            <a:spAutoFit/>
          </a:bodyPr>
          <a:lstStyle/>
          <a:p>
            <a:pPr algn="ctr"/>
            <a:r>
              <a:rPr lang="en-US" sz="1800" dirty="0"/>
              <a:t>MZI MATLAB Implementation</a:t>
            </a:r>
          </a:p>
        </p:txBody>
      </p:sp>
      <p:pic>
        <p:nvPicPr>
          <p:cNvPr id="18" name="Picture 17">
            <a:extLst>
              <a:ext uri="{FF2B5EF4-FFF2-40B4-BE49-F238E27FC236}">
                <a16:creationId xmlns:a16="http://schemas.microsoft.com/office/drawing/2014/main" id="{1928CC84-1608-C74A-8147-80F8939D83F7}"/>
              </a:ext>
            </a:extLst>
          </p:cNvPr>
          <p:cNvPicPr>
            <a:picLocks noChangeAspect="1"/>
          </p:cNvPicPr>
          <p:nvPr/>
        </p:nvPicPr>
        <p:blipFill>
          <a:blip r:embed="rId5"/>
          <a:stretch>
            <a:fillRect/>
          </a:stretch>
        </p:blipFill>
        <p:spPr>
          <a:xfrm>
            <a:off x="7033251" y="4957795"/>
            <a:ext cx="5051316" cy="109080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9360890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49F81-AC38-AE36-704C-5272B2D943B9}"/>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BC8365BE-B821-B4B7-3782-DBC283ACC883}"/>
              </a:ext>
            </a:extLst>
          </p:cNvPr>
          <p:cNvPicPr>
            <a:picLocks noChangeAspect="1"/>
          </p:cNvPicPr>
          <p:nvPr/>
        </p:nvPicPr>
        <p:blipFill>
          <a:blip r:embed="rId2"/>
          <a:stretch>
            <a:fillRect/>
          </a:stretch>
        </p:blipFill>
        <p:spPr>
          <a:xfrm>
            <a:off x="6096000" y="2364995"/>
            <a:ext cx="6071768" cy="2822955"/>
          </a:xfrm>
          <a:prstGeom prst="rect">
            <a:avLst/>
          </a:prstGeom>
        </p:spPr>
      </p:pic>
      <p:sp>
        <p:nvSpPr>
          <p:cNvPr id="2" name="Title 1">
            <a:extLst>
              <a:ext uri="{FF2B5EF4-FFF2-40B4-BE49-F238E27FC236}">
                <a16:creationId xmlns:a16="http://schemas.microsoft.com/office/drawing/2014/main" id="{B24A875D-66F6-AA6F-7AFA-F09F5FAD9A62}"/>
              </a:ext>
            </a:extLst>
          </p:cNvPr>
          <p:cNvSpPr>
            <a:spLocks noGrp="1"/>
          </p:cNvSpPr>
          <p:nvPr>
            <p:ph type="title"/>
          </p:nvPr>
        </p:nvSpPr>
        <p:spPr>
          <a:xfrm>
            <a:off x="407096" y="1113422"/>
            <a:ext cx="10936893" cy="677108"/>
          </a:xfrm>
        </p:spPr>
        <p:txBody>
          <a:bodyPr/>
          <a:lstStyle/>
          <a:p>
            <a:r>
              <a:rPr lang="en-US" sz="3200" dirty="0"/>
              <a:t>Optical Multiplication – INTERCONNECT Simulation</a:t>
            </a:r>
          </a:p>
        </p:txBody>
      </p:sp>
      <p:sp>
        <p:nvSpPr>
          <p:cNvPr id="3" name="Content Placeholder 2">
            <a:extLst>
              <a:ext uri="{FF2B5EF4-FFF2-40B4-BE49-F238E27FC236}">
                <a16:creationId xmlns:a16="http://schemas.microsoft.com/office/drawing/2014/main" id="{7912EFAD-FFE3-8FF4-1AA4-D39660BE7347}"/>
              </a:ext>
            </a:extLst>
          </p:cNvPr>
          <p:cNvSpPr>
            <a:spLocks noGrp="1"/>
          </p:cNvSpPr>
          <p:nvPr>
            <p:ph idx="1"/>
          </p:nvPr>
        </p:nvSpPr>
        <p:spPr>
          <a:xfrm>
            <a:off x="407096" y="1790530"/>
            <a:ext cx="5278088" cy="748410"/>
          </a:xfrm>
        </p:spPr>
        <p:txBody>
          <a:bodyPr/>
          <a:lstStyle/>
          <a:p>
            <a:r>
              <a:rPr lang="en-US" dirty="0"/>
              <a:t>Exact same values can be replicated in INTERCONNECT </a:t>
            </a:r>
            <a:endParaRPr lang="en-US"/>
          </a:p>
        </p:txBody>
      </p:sp>
      <p:sp>
        <p:nvSpPr>
          <p:cNvPr id="8" name="Slide Number Placeholder 7">
            <a:extLst>
              <a:ext uri="{FF2B5EF4-FFF2-40B4-BE49-F238E27FC236}">
                <a16:creationId xmlns:a16="http://schemas.microsoft.com/office/drawing/2014/main" id="{AE1D3ABD-63FC-15F7-A569-82BDD317BD13}"/>
              </a:ext>
            </a:extLst>
          </p:cNvPr>
          <p:cNvSpPr>
            <a:spLocks noGrp="1"/>
          </p:cNvSpPr>
          <p:nvPr>
            <p:ph type="sldNum" sz="quarter" idx="4"/>
          </p:nvPr>
        </p:nvSpPr>
        <p:spPr/>
        <p:txBody>
          <a:bodyPr/>
          <a:lstStyle/>
          <a:p>
            <a:fld id="{D6BC0CF7-1C3B-49E0-BE83-9776BE0C4175}" type="slidenum">
              <a:rPr lang="en-US" smtClean="0"/>
              <a:t>6</a:t>
            </a:fld>
            <a:endParaRPr lang="en-US"/>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89D83EB4-7C90-1BFF-06C1-3A288D8E1DC3}"/>
                  </a:ext>
                </a:extLst>
              </p:cNvPr>
              <p:cNvGraphicFramePr>
                <a:graphicFrameLocks noGrp="1"/>
              </p:cNvGraphicFramePr>
              <p:nvPr>
                <p:extLst>
                  <p:ext uri="{D42A27DB-BD31-4B8C-83A1-F6EECF244321}">
                    <p14:modId xmlns:p14="http://schemas.microsoft.com/office/powerpoint/2010/main" val="1307491342"/>
                  </p:ext>
                </p:extLst>
              </p:nvPr>
            </p:nvGraphicFramePr>
            <p:xfrm>
              <a:off x="447130" y="3216048"/>
              <a:ext cx="5719968" cy="1670072"/>
            </p:xfrm>
            <a:graphic>
              <a:graphicData uri="http://schemas.openxmlformats.org/drawingml/2006/table">
                <a:tbl>
                  <a:tblPr firstRow="1" bandRow="1">
                    <a:tableStyleId>{9D7B26C5-4107-4FEC-AEDC-1716B250A1EF}</a:tableStyleId>
                  </a:tblPr>
                  <a:tblGrid>
                    <a:gridCol w="953328">
                      <a:extLst>
                        <a:ext uri="{9D8B030D-6E8A-4147-A177-3AD203B41FA5}">
                          <a16:colId xmlns:a16="http://schemas.microsoft.com/office/drawing/2014/main" val="1238669237"/>
                        </a:ext>
                      </a:extLst>
                    </a:gridCol>
                    <a:gridCol w="953328">
                      <a:extLst>
                        <a:ext uri="{9D8B030D-6E8A-4147-A177-3AD203B41FA5}">
                          <a16:colId xmlns:a16="http://schemas.microsoft.com/office/drawing/2014/main" val="3842869593"/>
                        </a:ext>
                      </a:extLst>
                    </a:gridCol>
                    <a:gridCol w="953328">
                      <a:extLst>
                        <a:ext uri="{9D8B030D-6E8A-4147-A177-3AD203B41FA5}">
                          <a16:colId xmlns:a16="http://schemas.microsoft.com/office/drawing/2014/main" val="147672434"/>
                        </a:ext>
                      </a:extLst>
                    </a:gridCol>
                    <a:gridCol w="953328">
                      <a:extLst>
                        <a:ext uri="{9D8B030D-6E8A-4147-A177-3AD203B41FA5}">
                          <a16:colId xmlns:a16="http://schemas.microsoft.com/office/drawing/2014/main" val="3821260557"/>
                        </a:ext>
                      </a:extLst>
                    </a:gridCol>
                    <a:gridCol w="953328">
                      <a:extLst>
                        <a:ext uri="{9D8B030D-6E8A-4147-A177-3AD203B41FA5}">
                          <a16:colId xmlns:a16="http://schemas.microsoft.com/office/drawing/2014/main" val="3915959911"/>
                        </a:ext>
                      </a:extLst>
                    </a:gridCol>
                    <a:gridCol w="953328">
                      <a:extLst>
                        <a:ext uri="{9D8B030D-6E8A-4147-A177-3AD203B41FA5}">
                          <a16:colId xmlns:a16="http://schemas.microsoft.com/office/drawing/2014/main" val="4192220713"/>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dirty="0"/>
                            <a:t>Output</a:t>
                          </a:r>
                        </a:p>
                      </a:txBody>
                      <a:tcPr marL="82835" marR="82835" marT="41418" marB="41418"/>
                    </a:tc>
                    <a:tc gridSpan="5">
                      <a:txBody>
                        <a:bodyPr/>
                        <a:lstStyle/>
                        <a:p>
                          <a:pPr algn="ctr"/>
                          <a:r>
                            <a:rPr lang="en-US" sz="1800" dirty="0"/>
                            <a:t>Theta</a:t>
                          </a:r>
                        </a:p>
                      </a:txBody>
                      <a:tcPr marL="82835" marR="82835" marT="41418" marB="41418"/>
                    </a:tc>
                    <a:tc hMerge="1">
                      <a:txBody>
                        <a:bodyPr/>
                        <a:lstStyle/>
                        <a:p>
                          <a:endParaRPr/>
                        </a:p>
                      </a:txBody>
                      <a:tcPr marL="82835" marR="82835" marT="41418" marB="41418"/>
                    </a:tc>
                    <a:tc hMerge="1">
                      <a:txBody>
                        <a:bodyPr/>
                        <a:lstStyle/>
                        <a:p>
                          <a:endParaRPr lang="en-US" sz="1800" dirty="0"/>
                        </a:p>
                      </a:txBody>
                      <a:tcPr marL="82835" marR="82835" marT="41418" marB="41418"/>
                    </a:tc>
                    <a:tc hMerge="1">
                      <a:txBody>
                        <a:bodyPr/>
                        <a:lstStyle/>
                        <a:p>
                          <a:endParaRPr lang="en-US"/>
                        </a:p>
                      </a:txBody>
                      <a:tcPr/>
                    </a:tc>
                    <a:tc hMerge="1">
                      <a:txBody>
                        <a:bodyPr/>
                        <a:lstStyle/>
                        <a:p>
                          <a:endParaRPr lang="en-US" sz="1800" dirty="0"/>
                        </a:p>
                      </a:txBody>
                      <a:tcPr marL="82835" marR="82835" marT="41418" marB="41418"/>
                    </a:tc>
                    <a:extLst>
                      <a:ext uri="{0D108BD9-81ED-4DB2-BD59-A6C34878D82A}">
                        <a16:rowId xmlns:a16="http://schemas.microsoft.com/office/drawing/2014/main" val="444012556"/>
                      </a:ext>
                    </a:extLst>
                  </a:tr>
                  <a:tr h="417518">
                    <a:tc>
                      <a:txBody>
                        <a:bodyPr/>
                        <a:lstStyle/>
                        <a:p>
                          <a:endParaRPr lang="en-US" sz="1800" dirty="0"/>
                        </a:p>
                      </a:txBody>
                      <a:tcPr marL="82835" marR="82835" marT="41418" marB="41418"/>
                    </a:tc>
                    <a:tc>
                      <a:txBody>
                        <a:bodyPr/>
                        <a:lstStyle/>
                        <a:p>
                          <a:r>
                            <a:rPr lang="en-US" sz="1800" b="1" dirty="0"/>
                            <a:t>0</a:t>
                          </a:r>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𝟒</m:t>
                                </m:r>
                              </m:oMath>
                            </m:oMathPara>
                          </a14:m>
                          <a:endParaRPr lang="en-US" sz="1800" b="1"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𝟐</m:t>
                                </m:r>
                              </m:oMath>
                            </m:oMathPara>
                          </a14:m>
                          <a:endParaRPr lang="en-US" sz="1800" b="1" dirty="0"/>
                        </a:p>
                      </a:txBody>
                      <a:tcPr marL="82835" marR="82835" marT="41418" marB="41418"/>
                    </a:tc>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𝟑</m:t>
                                </m:r>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𝟒</m:t>
                                </m:r>
                              </m:oMath>
                            </m:oMathPara>
                          </a14:m>
                          <a:endParaRPr lang="en-US" sz="1800" b="1"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oMath>
                            </m:oMathPara>
                          </a14:m>
                          <a:endParaRPr lang="en-US" sz="1800" b="1" dirty="0"/>
                        </a:p>
                      </a:txBody>
                      <a:tcPr marL="82835" marR="82835" marT="41418" marB="41418"/>
                    </a:tc>
                    <a:extLst>
                      <a:ext uri="{0D108BD9-81ED-4DB2-BD59-A6C34878D82A}">
                        <a16:rowId xmlns:a16="http://schemas.microsoft.com/office/drawing/2014/main" val="1492468584"/>
                      </a:ext>
                    </a:extLst>
                  </a:tr>
                  <a:tr h="417518">
                    <a:tc>
                      <a:txBody>
                        <a:bodyPr/>
                        <a:lstStyle/>
                        <a:p>
                          <a:r>
                            <a:rPr lang="en-US" sz="1800" dirty="0"/>
                            <a:t>O1</a:t>
                          </a:r>
                        </a:p>
                      </a:txBody>
                      <a:tcPr marL="82835" marR="82835" marT="41418" marB="41418"/>
                    </a:tc>
                    <a:tc>
                      <a:txBody>
                        <a:bodyPr/>
                        <a:lstStyle/>
                        <a:p>
                          <a:r>
                            <a:rPr lang="en-US" sz="1800" dirty="0"/>
                            <a:t>0</a:t>
                          </a:r>
                        </a:p>
                      </a:txBody>
                      <a:tcPr marL="82835" marR="82835" marT="41418" marB="41418"/>
                    </a:tc>
                    <a:tc>
                      <a:txBody>
                        <a:bodyPr/>
                        <a:lstStyle/>
                        <a:p>
                          <a:r>
                            <a:rPr lang="en-US" sz="1800" dirty="0"/>
                            <a:t>0.383</a:t>
                          </a:r>
                        </a:p>
                      </a:txBody>
                      <a:tcPr marL="82835" marR="82835" marT="41418" marB="41418"/>
                    </a:tc>
                    <a:tc>
                      <a:txBody>
                        <a:bodyPr/>
                        <a:lstStyle/>
                        <a:p>
                          <a:r>
                            <a:rPr lang="en-US" sz="1800" dirty="0"/>
                            <a:t>0.707</a:t>
                          </a:r>
                        </a:p>
                      </a:txBody>
                      <a:tcPr marL="82835" marR="82835" marT="41418" marB="41418"/>
                    </a:tc>
                    <a:tc>
                      <a:txBody>
                        <a:bodyPr/>
                        <a:lstStyle/>
                        <a:p>
                          <a:r>
                            <a:rPr lang="en-US" sz="1800" dirty="0"/>
                            <a:t>0.924</a:t>
                          </a:r>
                        </a:p>
                      </a:txBody>
                      <a:tcPr marL="82835" marR="82835" marT="41418" marB="41418"/>
                    </a:tc>
                    <a:tc>
                      <a:txBody>
                        <a:bodyPr/>
                        <a:lstStyle/>
                        <a:p>
                          <a:r>
                            <a:rPr lang="en-US" sz="1800" dirty="0"/>
                            <a:t>1</a:t>
                          </a:r>
                        </a:p>
                      </a:txBody>
                      <a:tcPr marL="82835" marR="82835" marT="41418" marB="41418"/>
                    </a:tc>
                    <a:extLst>
                      <a:ext uri="{0D108BD9-81ED-4DB2-BD59-A6C34878D82A}">
                        <a16:rowId xmlns:a16="http://schemas.microsoft.com/office/drawing/2014/main" val="667751040"/>
                      </a:ext>
                    </a:extLst>
                  </a:tr>
                  <a:tr h="417518">
                    <a:tc>
                      <a:txBody>
                        <a:bodyPr/>
                        <a:lstStyle/>
                        <a:p>
                          <a:r>
                            <a:rPr lang="en-US" sz="1800" dirty="0"/>
                            <a:t>O2</a:t>
                          </a:r>
                        </a:p>
                      </a:txBody>
                      <a:tcPr marL="82835" marR="82835" marT="41418" marB="41418"/>
                    </a:tc>
                    <a:tc>
                      <a:txBody>
                        <a:bodyPr/>
                        <a:lstStyle/>
                        <a:p>
                          <a:r>
                            <a:rPr lang="en-US" sz="1800" dirty="0"/>
                            <a:t>1</a:t>
                          </a:r>
                        </a:p>
                      </a:txBody>
                      <a:tcPr marL="82835" marR="82835" marT="41418" marB="41418"/>
                    </a:tc>
                    <a:tc>
                      <a:txBody>
                        <a:bodyPr/>
                        <a:lstStyle/>
                        <a:p>
                          <a:r>
                            <a:rPr lang="en-US" sz="1800" dirty="0"/>
                            <a:t>0.924</a:t>
                          </a:r>
                        </a:p>
                      </a:txBody>
                      <a:tcPr marL="82835" marR="82835" marT="41418" marB="41418"/>
                    </a:tc>
                    <a:tc>
                      <a:txBody>
                        <a:bodyPr/>
                        <a:lstStyle/>
                        <a:p>
                          <a:r>
                            <a:rPr lang="en-US" sz="1800" dirty="0"/>
                            <a:t>0.707</a:t>
                          </a:r>
                        </a:p>
                      </a:txBody>
                      <a:tcPr marL="82835" marR="82835" marT="41418" marB="41418"/>
                    </a:tc>
                    <a:tc>
                      <a:txBody>
                        <a:bodyPr/>
                        <a:lstStyle/>
                        <a:p>
                          <a:r>
                            <a:rPr lang="en-US" sz="1800" dirty="0"/>
                            <a:t>0.383</a:t>
                          </a:r>
                        </a:p>
                      </a:txBody>
                      <a:tcPr marL="82835" marR="82835" marT="41418" marB="41418"/>
                    </a:tc>
                    <a:tc>
                      <a:txBody>
                        <a:bodyPr/>
                        <a:lstStyle/>
                        <a:p>
                          <a:r>
                            <a:rPr lang="en-US" sz="1800" dirty="0"/>
                            <a:t>0</a:t>
                          </a:r>
                        </a:p>
                      </a:txBody>
                      <a:tcPr marL="82835" marR="82835" marT="41418" marB="41418"/>
                    </a:tc>
                    <a:extLst>
                      <a:ext uri="{0D108BD9-81ED-4DB2-BD59-A6C34878D82A}">
                        <a16:rowId xmlns:a16="http://schemas.microsoft.com/office/drawing/2014/main" val="3933660670"/>
                      </a:ext>
                    </a:extLst>
                  </a:tr>
                </a:tbl>
              </a:graphicData>
            </a:graphic>
          </p:graphicFrame>
        </mc:Choice>
        <mc:Fallback xmlns="">
          <p:graphicFrame>
            <p:nvGraphicFramePr>
              <p:cNvPr id="9" name="Table 8">
                <a:extLst>
                  <a:ext uri="{FF2B5EF4-FFF2-40B4-BE49-F238E27FC236}">
                    <a16:creationId xmlns:a16="http://schemas.microsoft.com/office/drawing/2014/main" id="{89D83EB4-7C90-1BFF-06C1-3A288D8E1DC3}"/>
                  </a:ext>
                </a:extLst>
              </p:cNvPr>
              <p:cNvGraphicFramePr>
                <a:graphicFrameLocks noGrp="1"/>
              </p:cNvGraphicFramePr>
              <p:nvPr>
                <p:extLst>
                  <p:ext uri="{D42A27DB-BD31-4B8C-83A1-F6EECF244321}">
                    <p14:modId xmlns:p14="http://schemas.microsoft.com/office/powerpoint/2010/main" val="1307491342"/>
                  </p:ext>
                </p:extLst>
              </p:nvPr>
            </p:nvGraphicFramePr>
            <p:xfrm>
              <a:off x="447130" y="3216048"/>
              <a:ext cx="5719968" cy="1670072"/>
            </p:xfrm>
            <a:graphic>
              <a:graphicData uri="http://schemas.openxmlformats.org/drawingml/2006/table">
                <a:tbl>
                  <a:tblPr firstRow="1" bandRow="1">
                    <a:tableStyleId>{9D7B26C5-4107-4FEC-AEDC-1716B250A1EF}</a:tableStyleId>
                  </a:tblPr>
                  <a:tblGrid>
                    <a:gridCol w="953328">
                      <a:extLst>
                        <a:ext uri="{9D8B030D-6E8A-4147-A177-3AD203B41FA5}">
                          <a16:colId xmlns:a16="http://schemas.microsoft.com/office/drawing/2014/main" val="1238669237"/>
                        </a:ext>
                      </a:extLst>
                    </a:gridCol>
                    <a:gridCol w="953328">
                      <a:extLst>
                        <a:ext uri="{9D8B030D-6E8A-4147-A177-3AD203B41FA5}">
                          <a16:colId xmlns:a16="http://schemas.microsoft.com/office/drawing/2014/main" val="3842869593"/>
                        </a:ext>
                      </a:extLst>
                    </a:gridCol>
                    <a:gridCol w="953328">
                      <a:extLst>
                        <a:ext uri="{9D8B030D-6E8A-4147-A177-3AD203B41FA5}">
                          <a16:colId xmlns:a16="http://schemas.microsoft.com/office/drawing/2014/main" val="147672434"/>
                        </a:ext>
                      </a:extLst>
                    </a:gridCol>
                    <a:gridCol w="953328">
                      <a:extLst>
                        <a:ext uri="{9D8B030D-6E8A-4147-A177-3AD203B41FA5}">
                          <a16:colId xmlns:a16="http://schemas.microsoft.com/office/drawing/2014/main" val="3821260557"/>
                        </a:ext>
                      </a:extLst>
                    </a:gridCol>
                    <a:gridCol w="953328">
                      <a:extLst>
                        <a:ext uri="{9D8B030D-6E8A-4147-A177-3AD203B41FA5}">
                          <a16:colId xmlns:a16="http://schemas.microsoft.com/office/drawing/2014/main" val="3915959911"/>
                        </a:ext>
                      </a:extLst>
                    </a:gridCol>
                    <a:gridCol w="953328">
                      <a:extLst>
                        <a:ext uri="{9D8B030D-6E8A-4147-A177-3AD203B41FA5}">
                          <a16:colId xmlns:a16="http://schemas.microsoft.com/office/drawing/2014/main" val="4192220713"/>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a:t>Output</a:t>
                          </a:r>
                        </a:p>
                      </a:txBody>
                      <a:tcPr marL="82835" marR="82835" marT="41418" marB="41418"/>
                    </a:tc>
                    <a:tc gridSpan="5">
                      <a:txBody>
                        <a:bodyPr/>
                        <a:lstStyle/>
                        <a:p>
                          <a:pPr algn="ctr"/>
                          <a:r>
                            <a:rPr lang="en-US" sz="1800"/>
                            <a:t>Theta</a:t>
                          </a:r>
                        </a:p>
                      </a:txBody>
                      <a:tcPr marL="82835" marR="82835" marT="41418" marB="41418"/>
                    </a:tc>
                    <a:tc hMerge="1">
                      <a:txBody>
                        <a:bodyPr/>
                        <a:lstStyle/>
                        <a:p>
                          <a:endParaRPr/>
                        </a:p>
                      </a:txBody>
                      <a:tcPr marL="82835" marR="82835" marT="41418" marB="41418"/>
                    </a:tc>
                    <a:tc hMerge="1">
                      <a:txBody>
                        <a:bodyPr/>
                        <a:lstStyle/>
                        <a:p>
                          <a:endParaRPr lang="en-US" sz="1800"/>
                        </a:p>
                      </a:txBody>
                      <a:tcPr marL="82835" marR="82835" marT="41418" marB="41418"/>
                    </a:tc>
                    <a:tc hMerge="1">
                      <a:txBody>
                        <a:bodyPr/>
                        <a:lstStyle/>
                        <a:p>
                          <a:endParaRPr lang="en-US"/>
                        </a:p>
                      </a:txBody>
                      <a:tcPr/>
                    </a:tc>
                    <a:tc hMerge="1">
                      <a:txBody>
                        <a:bodyPr/>
                        <a:lstStyle/>
                        <a:p>
                          <a:endParaRPr lang="en-US" sz="1800"/>
                        </a:p>
                      </a:txBody>
                      <a:tcPr marL="82835" marR="82835" marT="41418" marB="41418"/>
                    </a:tc>
                    <a:extLst>
                      <a:ext uri="{0D108BD9-81ED-4DB2-BD59-A6C34878D82A}">
                        <a16:rowId xmlns:a16="http://schemas.microsoft.com/office/drawing/2014/main" val="444012556"/>
                      </a:ext>
                    </a:extLst>
                  </a:tr>
                  <a:tr h="417518">
                    <a:tc>
                      <a:txBody>
                        <a:bodyPr/>
                        <a:lstStyle/>
                        <a:p>
                          <a:endParaRPr lang="en-US" sz="1800"/>
                        </a:p>
                      </a:txBody>
                      <a:tcPr marL="82835" marR="82835" marT="41418" marB="41418"/>
                    </a:tc>
                    <a:tc>
                      <a:txBody>
                        <a:bodyPr/>
                        <a:lstStyle/>
                        <a:p>
                          <a:r>
                            <a:rPr lang="en-US" sz="1800" b="1"/>
                            <a:t>0</a:t>
                          </a:r>
                        </a:p>
                      </a:txBody>
                      <a:tcPr marL="82835" marR="82835" marT="41418" marB="41418"/>
                    </a:tc>
                    <a:tc>
                      <a:txBody>
                        <a:bodyPr/>
                        <a:lstStyle/>
                        <a:p>
                          <a:endParaRPr lang="en-US"/>
                        </a:p>
                      </a:txBody>
                      <a:tcPr marL="82835" marR="82835" marT="41418" marB="41418">
                        <a:blipFill>
                          <a:blip r:embed="rId3"/>
                          <a:stretch>
                            <a:fillRect l="-199363" t="-108696" r="-299363" b="-207246"/>
                          </a:stretch>
                        </a:blipFill>
                      </a:tcPr>
                    </a:tc>
                    <a:tc>
                      <a:txBody>
                        <a:bodyPr/>
                        <a:lstStyle/>
                        <a:p>
                          <a:endParaRPr lang="en-US"/>
                        </a:p>
                      </a:txBody>
                      <a:tcPr marL="82835" marR="82835" marT="41418" marB="41418">
                        <a:blipFill>
                          <a:blip r:embed="rId3"/>
                          <a:stretch>
                            <a:fillRect l="-301282" t="-108696" r="-201282" b="-207246"/>
                          </a:stretch>
                        </a:blipFill>
                      </a:tcPr>
                    </a:tc>
                    <a:tc>
                      <a:txBody>
                        <a:bodyPr/>
                        <a:lstStyle/>
                        <a:p>
                          <a:endParaRPr lang="en-US"/>
                        </a:p>
                      </a:txBody>
                      <a:tcPr marL="82835" marR="82835" marT="41418" marB="41418">
                        <a:blipFill>
                          <a:blip r:embed="rId3"/>
                          <a:stretch>
                            <a:fillRect l="-398726" t="-108696" r="-100000" b="-207246"/>
                          </a:stretch>
                        </a:blipFill>
                      </a:tcPr>
                    </a:tc>
                    <a:tc>
                      <a:txBody>
                        <a:bodyPr/>
                        <a:lstStyle/>
                        <a:p>
                          <a:endParaRPr lang="en-US"/>
                        </a:p>
                      </a:txBody>
                      <a:tcPr marL="82835" marR="82835" marT="41418" marB="41418">
                        <a:blipFill>
                          <a:blip r:embed="rId3"/>
                          <a:stretch>
                            <a:fillRect l="-501923" t="-108696" r="-641" b="-207246"/>
                          </a:stretch>
                        </a:blipFill>
                      </a:tcPr>
                    </a:tc>
                    <a:extLst>
                      <a:ext uri="{0D108BD9-81ED-4DB2-BD59-A6C34878D82A}">
                        <a16:rowId xmlns:a16="http://schemas.microsoft.com/office/drawing/2014/main" val="1492468584"/>
                      </a:ext>
                    </a:extLst>
                  </a:tr>
                  <a:tr h="417518">
                    <a:tc>
                      <a:txBody>
                        <a:bodyPr/>
                        <a:lstStyle/>
                        <a:p>
                          <a:r>
                            <a:rPr lang="en-US" sz="1800"/>
                            <a:t>O1</a:t>
                          </a:r>
                        </a:p>
                      </a:txBody>
                      <a:tcPr marL="82835" marR="82835" marT="41418" marB="41418"/>
                    </a:tc>
                    <a:tc>
                      <a:txBody>
                        <a:bodyPr/>
                        <a:lstStyle/>
                        <a:p>
                          <a:r>
                            <a:rPr lang="en-US" sz="1800"/>
                            <a:t>0</a:t>
                          </a:r>
                        </a:p>
                      </a:txBody>
                      <a:tcPr marL="82835" marR="82835" marT="41418" marB="41418"/>
                    </a:tc>
                    <a:tc>
                      <a:txBody>
                        <a:bodyPr/>
                        <a:lstStyle/>
                        <a:p>
                          <a:r>
                            <a:rPr lang="en-US" sz="1800"/>
                            <a:t>0.383</a:t>
                          </a:r>
                        </a:p>
                      </a:txBody>
                      <a:tcPr marL="82835" marR="82835" marT="41418" marB="41418"/>
                    </a:tc>
                    <a:tc>
                      <a:txBody>
                        <a:bodyPr/>
                        <a:lstStyle/>
                        <a:p>
                          <a:r>
                            <a:rPr lang="en-US" sz="1800"/>
                            <a:t>0.707</a:t>
                          </a:r>
                        </a:p>
                      </a:txBody>
                      <a:tcPr marL="82835" marR="82835" marT="41418" marB="41418"/>
                    </a:tc>
                    <a:tc>
                      <a:txBody>
                        <a:bodyPr/>
                        <a:lstStyle/>
                        <a:p>
                          <a:r>
                            <a:rPr lang="en-US" sz="1800"/>
                            <a:t>0.924</a:t>
                          </a:r>
                        </a:p>
                      </a:txBody>
                      <a:tcPr marL="82835" marR="82835" marT="41418" marB="41418"/>
                    </a:tc>
                    <a:tc>
                      <a:txBody>
                        <a:bodyPr/>
                        <a:lstStyle/>
                        <a:p>
                          <a:r>
                            <a:rPr lang="en-US" sz="1800"/>
                            <a:t>1</a:t>
                          </a:r>
                        </a:p>
                      </a:txBody>
                      <a:tcPr marL="82835" marR="82835" marT="41418" marB="41418"/>
                    </a:tc>
                    <a:extLst>
                      <a:ext uri="{0D108BD9-81ED-4DB2-BD59-A6C34878D82A}">
                        <a16:rowId xmlns:a16="http://schemas.microsoft.com/office/drawing/2014/main" val="667751040"/>
                      </a:ext>
                    </a:extLst>
                  </a:tr>
                  <a:tr h="417518">
                    <a:tc>
                      <a:txBody>
                        <a:bodyPr/>
                        <a:lstStyle/>
                        <a:p>
                          <a:r>
                            <a:rPr lang="en-US" sz="1800"/>
                            <a:t>O2</a:t>
                          </a:r>
                        </a:p>
                      </a:txBody>
                      <a:tcPr marL="82835" marR="82835" marT="41418" marB="41418"/>
                    </a:tc>
                    <a:tc>
                      <a:txBody>
                        <a:bodyPr/>
                        <a:lstStyle/>
                        <a:p>
                          <a:r>
                            <a:rPr lang="en-US" sz="1800"/>
                            <a:t>1</a:t>
                          </a:r>
                        </a:p>
                      </a:txBody>
                      <a:tcPr marL="82835" marR="82835" marT="41418" marB="41418"/>
                    </a:tc>
                    <a:tc>
                      <a:txBody>
                        <a:bodyPr/>
                        <a:lstStyle/>
                        <a:p>
                          <a:r>
                            <a:rPr lang="en-US" sz="1800"/>
                            <a:t>0.924</a:t>
                          </a:r>
                        </a:p>
                      </a:txBody>
                      <a:tcPr marL="82835" marR="82835" marT="41418" marB="41418"/>
                    </a:tc>
                    <a:tc>
                      <a:txBody>
                        <a:bodyPr/>
                        <a:lstStyle/>
                        <a:p>
                          <a:r>
                            <a:rPr lang="en-US" sz="1800"/>
                            <a:t>0.707</a:t>
                          </a:r>
                        </a:p>
                      </a:txBody>
                      <a:tcPr marL="82835" marR="82835" marT="41418" marB="41418"/>
                    </a:tc>
                    <a:tc>
                      <a:txBody>
                        <a:bodyPr/>
                        <a:lstStyle/>
                        <a:p>
                          <a:r>
                            <a:rPr lang="en-US" sz="1800"/>
                            <a:t>0.383</a:t>
                          </a:r>
                        </a:p>
                      </a:txBody>
                      <a:tcPr marL="82835" marR="82835" marT="41418" marB="41418"/>
                    </a:tc>
                    <a:tc>
                      <a:txBody>
                        <a:bodyPr/>
                        <a:lstStyle/>
                        <a:p>
                          <a:r>
                            <a:rPr lang="en-US" sz="1800"/>
                            <a:t>0</a:t>
                          </a:r>
                        </a:p>
                      </a:txBody>
                      <a:tcPr marL="82835" marR="82835" marT="41418" marB="41418"/>
                    </a:tc>
                    <a:extLst>
                      <a:ext uri="{0D108BD9-81ED-4DB2-BD59-A6C34878D82A}">
                        <a16:rowId xmlns:a16="http://schemas.microsoft.com/office/drawing/2014/main" val="3933660670"/>
                      </a:ext>
                    </a:extLst>
                  </a:tr>
                </a:tbl>
              </a:graphicData>
            </a:graphic>
          </p:graphicFrame>
        </mc:Fallback>
      </mc:AlternateContent>
      <p:sp>
        <p:nvSpPr>
          <p:cNvPr id="10" name="TextBox 9">
            <a:extLst>
              <a:ext uri="{FF2B5EF4-FFF2-40B4-BE49-F238E27FC236}">
                <a16:creationId xmlns:a16="http://schemas.microsoft.com/office/drawing/2014/main" id="{10ADBF62-AC73-71C1-A506-3A033CA160F8}"/>
              </a:ext>
            </a:extLst>
          </p:cNvPr>
          <p:cNvSpPr txBox="1"/>
          <p:nvPr/>
        </p:nvSpPr>
        <p:spPr>
          <a:xfrm>
            <a:off x="2141889" y="2806623"/>
            <a:ext cx="2330450" cy="400110"/>
          </a:xfrm>
          <a:prstGeom prst="rect">
            <a:avLst/>
          </a:prstGeom>
          <a:noFill/>
        </p:spPr>
        <p:txBody>
          <a:bodyPr wrap="square" rtlCol="0">
            <a:spAutoFit/>
          </a:bodyPr>
          <a:lstStyle/>
          <a:p>
            <a:pPr algn="ctr"/>
            <a:r>
              <a:rPr lang="en-US" sz="2000" dirty="0"/>
              <a:t>Transmission [</a:t>
            </a:r>
            <a:r>
              <a:rPr lang="en-US" sz="2000" dirty="0" err="1"/>
              <a:t>uW</a:t>
            </a:r>
            <a:r>
              <a:rPr lang="en-US" sz="2000" dirty="0"/>
              <a:t>]</a:t>
            </a:r>
          </a:p>
        </p:txBody>
      </p:sp>
      <p:pic>
        <p:nvPicPr>
          <p:cNvPr id="16" name="Picture 15">
            <a:extLst>
              <a:ext uri="{FF2B5EF4-FFF2-40B4-BE49-F238E27FC236}">
                <a16:creationId xmlns:a16="http://schemas.microsoft.com/office/drawing/2014/main" id="{27B38F49-E0B4-FF2A-A264-AA915F80C424}"/>
              </a:ext>
            </a:extLst>
          </p:cNvPr>
          <p:cNvPicPr>
            <a:picLocks noChangeAspect="1"/>
          </p:cNvPicPr>
          <p:nvPr/>
        </p:nvPicPr>
        <p:blipFill>
          <a:blip r:embed="rId4"/>
          <a:srcRect l="7289" t="8696"/>
          <a:stretch/>
        </p:blipFill>
        <p:spPr>
          <a:xfrm>
            <a:off x="1526097" y="5496130"/>
            <a:ext cx="2794966" cy="300040"/>
          </a:xfrm>
          <a:prstGeom prst="rect">
            <a:avLst/>
          </a:prstGeom>
        </p:spPr>
      </p:pic>
      <p:pic>
        <p:nvPicPr>
          <p:cNvPr id="18" name="Picture 17">
            <a:extLst>
              <a:ext uri="{FF2B5EF4-FFF2-40B4-BE49-F238E27FC236}">
                <a16:creationId xmlns:a16="http://schemas.microsoft.com/office/drawing/2014/main" id="{6A636898-3437-B7D1-7236-DEFFD155DBB4}"/>
              </a:ext>
            </a:extLst>
          </p:cNvPr>
          <p:cNvPicPr>
            <a:picLocks noChangeAspect="1"/>
          </p:cNvPicPr>
          <p:nvPr/>
        </p:nvPicPr>
        <p:blipFill>
          <a:blip r:embed="rId5"/>
          <a:stretch>
            <a:fillRect/>
          </a:stretch>
        </p:blipFill>
        <p:spPr>
          <a:xfrm>
            <a:off x="1495617" y="5796170"/>
            <a:ext cx="2728932" cy="300040"/>
          </a:xfrm>
          <a:prstGeom prst="rect">
            <a:avLst/>
          </a:prstGeom>
        </p:spPr>
      </p:pic>
      <p:sp>
        <p:nvSpPr>
          <p:cNvPr id="19" name="Arrow: Down 18">
            <a:extLst>
              <a:ext uri="{FF2B5EF4-FFF2-40B4-BE49-F238E27FC236}">
                <a16:creationId xmlns:a16="http://schemas.microsoft.com/office/drawing/2014/main" id="{9A0A1DFC-676D-6833-D706-B6D512CBF2CD}"/>
              </a:ext>
            </a:extLst>
          </p:cNvPr>
          <p:cNvSpPr/>
          <p:nvPr/>
        </p:nvSpPr>
        <p:spPr>
          <a:xfrm>
            <a:off x="2574330" y="4940300"/>
            <a:ext cx="349250" cy="501650"/>
          </a:xfrm>
          <a:prstGeom prst="downArrow">
            <a:avLst/>
          </a:prstGeom>
          <a:solidFill>
            <a:srgbClr val="00B050"/>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599810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0BB9A-609C-60D5-47CC-AFEEE966DB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84BFCD-7940-9723-C03D-7D57296FCB8D}"/>
              </a:ext>
            </a:extLst>
          </p:cNvPr>
          <p:cNvSpPr>
            <a:spLocks noGrp="1"/>
          </p:cNvSpPr>
          <p:nvPr>
            <p:ph type="title"/>
          </p:nvPr>
        </p:nvSpPr>
        <p:spPr>
          <a:xfrm>
            <a:off x="407096" y="1113422"/>
            <a:ext cx="10936893" cy="677108"/>
          </a:xfrm>
        </p:spPr>
        <p:txBody>
          <a:bodyPr/>
          <a:lstStyle/>
          <a:p>
            <a:r>
              <a:rPr lang="en-US" sz="3200" dirty="0"/>
              <a:t>Optical Multiplication – Phase Shifter Impacts</a:t>
            </a:r>
          </a:p>
        </p:txBody>
      </p:sp>
      <p:sp>
        <p:nvSpPr>
          <p:cNvPr id="3" name="Content Placeholder 2">
            <a:extLst>
              <a:ext uri="{FF2B5EF4-FFF2-40B4-BE49-F238E27FC236}">
                <a16:creationId xmlns:a16="http://schemas.microsoft.com/office/drawing/2014/main" id="{CBF177D0-366F-4878-E550-F476E5C716AE}"/>
              </a:ext>
            </a:extLst>
          </p:cNvPr>
          <p:cNvSpPr>
            <a:spLocks noGrp="1"/>
          </p:cNvSpPr>
          <p:nvPr>
            <p:ph idx="1"/>
          </p:nvPr>
        </p:nvSpPr>
        <p:spPr>
          <a:xfrm>
            <a:off x="407095" y="1790530"/>
            <a:ext cx="10936893" cy="1525354"/>
          </a:xfrm>
        </p:spPr>
        <p:txBody>
          <a:bodyPr/>
          <a:lstStyle/>
          <a:p>
            <a:r>
              <a:rPr lang="en-US" dirty="0"/>
              <a:t>Optical loss can impact optical multiplication</a:t>
            </a:r>
            <a:endParaRPr lang="en-US"/>
          </a:p>
          <a:p>
            <a:r>
              <a:rPr lang="en-US" dirty="0"/>
              <a:t>Two outputs can be the same for different inputs</a:t>
            </a:r>
            <a:endParaRPr lang="en-US"/>
          </a:p>
          <a:p>
            <a:pPr lvl="1"/>
            <a:r>
              <a:rPr lang="en-US" dirty="0"/>
              <a:t>One input without loss</a:t>
            </a:r>
            <a:endParaRPr lang="en-US"/>
          </a:p>
          <a:p>
            <a:pPr lvl="1"/>
            <a:r>
              <a:rPr lang="en-US" dirty="0"/>
              <a:t>One with loss</a:t>
            </a:r>
            <a:endParaRPr lang="en-US"/>
          </a:p>
        </p:txBody>
      </p:sp>
      <p:sp>
        <p:nvSpPr>
          <p:cNvPr id="6" name="Slide Number Placeholder 5">
            <a:extLst>
              <a:ext uri="{FF2B5EF4-FFF2-40B4-BE49-F238E27FC236}">
                <a16:creationId xmlns:a16="http://schemas.microsoft.com/office/drawing/2014/main" id="{6949929A-D5B7-8B2E-011F-ED99321E3341}"/>
              </a:ext>
            </a:extLst>
          </p:cNvPr>
          <p:cNvSpPr>
            <a:spLocks noGrp="1"/>
          </p:cNvSpPr>
          <p:nvPr>
            <p:ph type="sldNum" sz="quarter" idx="4"/>
          </p:nvPr>
        </p:nvSpPr>
        <p:spPr/>
        <p:txBody>
          <a:bodyPr/>
          <a:lstStyle/>
          <a:p>
            <a:fld id="{D6BC0CF7-1C3B-49E0-BE83-9776BE0C4175}" type="slidenum">
              <a:rPr lang="en-US" smtClean="0"/>
              <a:t>7</a:t>
            </a:fld>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4746D105-538A-9CF3-6D5D-9FBE960C77E4}"/>
                  </a:ext>
                </a:extLst>
              </p:cNvPr>
              <p:cNvGraphicFramePr>
                <a:graphicFrameLocks noGrp="1"/>
              </p:cNvGraphicFramePr>
              <p:nvPr>
                <p:extLst>
                  <p:ext uri="{D42A27DB-BD31-4B8C-83A1-F6EECF244321}">
                    <p14:modId xmlns:p14="http://schemas.microsoft.com/office/powerpoint/2010/main" val="1855343118"/>
                  </p:ext>
                </p:extLst>
              </p:nvPr>
            </p:nvGraphicFramePr>
            <p:xfrm>
              <a:off x="842381" y="3942227"/>
              <a:ext cx="4888184" cy="1252554"/>
            </p:xfrm>
            <a:graphic>
              <a:graphicData uri="http://schemas.openxmlformats.org/drawingml/2006/table">
                <a:tbl>
                  <a:tblPr firstRow="1" bandRow="1">
                    <a:tableStyleId>{9D7B26C5-4107-4FEC-AEDC-1716B250A1EF}</a:tableStyleId>
                  </a:tblPr>
                  <a:tblGrid>
                    <a:gridCol w="1070519">
                      <a:extLst>
                        <a:ext uri="{9D8B030D-6E8A-4147-A177-3AD203B41FA5}">
                          <a16:colId xmlns:a16="http://schemas.microsoft.com/office/drawing/2014/main" val="1238669237"/>
                        </a:ext>
                      </a:extLst>
                    </a:gridCol>
                    <a:gridCol w="1049633">
                      <a:extLst>
                        <a:ext uri="{9D8B030D-6E8A-4147-A177-3AD203B41FA5}">
                          <a16:colId xmlns:a16="http://schemas.microsoft.com/office/drawing/2014/main" val="147672434"/>
                        </a:ext>
                      </a:extLst>
                    </a:gridCol>
                    <a:gridCol w="1038012">
                      <a:extLst>
                        <a:ext uri="{9D8B030D-6E8A-4147-A177-3AD203B41FA5}">
                          <a16:colId xmlns:a16="http://schemas.microsoft.com/office/drawing/2014/main" val="3821260557"/>
                        </a:ext>
                      </a:extLst>
                    </a:gridCol>
                    <a:gridCol w="1730020">
                      <a:extLst>
                        <a:ext uri="{9D8B030D-6E8A-4147-A177-3AD203B41FA5}">
                          <a16:colId xmlns:a16="http://schemas.microsoft.com/office/drawing/2014/main" val="3915959911"/>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dirty="0"/>
                            <a:t>Output</a:t>
                          </a:r>
                        </a:p>
                      </a:txBody>
                      <a:tcPr marL="82835" marR="82835" marT="41418" marB="41418"/>
                    </a:tc>
                    <a:tc gridSpan="3">
                      <a:txBody>
                        <a:bodyPr/>
                        <a:lstStyle/>
                        <a:p>
                          <a:pPr algn="ctr"/>
                          <a:r>
                            <a:rPr lang="en-US" sz="1800" dirty="0"/>
                            <a:t>Theta</a:t>
                          </a:r>
                          <a:endParaRPr sz="1800" dirty="0"/>
                        </a:p>
                      </a:txBody>
                      <a:tcPr marL="82835" marR="82835" marT="41418" marB="41418"/>
                    </a:tc>
                    <a:tc hMerge="1">
                      <a:txBody>
                        <a:bodyPr/>
                        <a:lstStyle/>
                        <a:p>
                          <a:endParaRPr lang="en-US" sz="1800" dirty="0"/>
                        </a:p>
                      </a:txBody>
                      <a:tcPr marL="82835" marR="82835" marT="41418" marB="41418"/>
                    </a:tc>
                    <a:tc hMerge="1">
                      <a:txBody>
                        <a:bodyPr/>
                        <a:lstStyle/>
                        <a:p>
                          <a:endParaRPr lang="en-US"/>
                        </a:p>
                      </a:txBody>
                      <a:tcPr/>
                    </a:tc>
                    <a:extLst>
                      <a:ext uri="{0D108BD9-81ED-4DB2-BD59-A6C34878D82A}">
                        <a16:rowId xmlns:a16="http://schemas.microsoft.com/office/drawing/2014/main" val="444012556"/>
                      </a:ext>
                    </a:extLst>
                  </a:tr>
                  <a:tr h="417518">
                    <a:tc>
                      <a:txBody>
                        <a:bodyPr/>
                        <a:lstStyle/>
                        <a:p>
                          <a:endParaRPr lang="en-US" sz="1800"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𝟒</m:t>
                                </m:r>
                              </m:oMath>
                            </m:oMathPara>
                          </a14:m>
                          <a:endParaRPr lang="en-US" sz="1800" b="1" dirty="0"/>
                        </a:p>
                      </a:txBody>
                      <a:tcPr marL="82835" marR="82835" marT="41418" marB="41418"/>
                    </a:tc>
                    <a:tc>
                      <a:txBody>
                        <a:bodyPr/>
                        <a:lstStyle/>
                        <a:p>
                          <a:pPr/>
                          <a14:m>
                            <m:oMathPara xmlns:m="http://schemas.openxmlformats.org/officeDocument/2006/math">
                              <m:oMathParaPr>
                                <m:jc m:val="centerGroup"/>
                              </m:oMathParaPr>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𝟐</m:t>
                                </m:r>
                              </m:oMath>
                            </m:oMathPara>
                          </a14:m>
                          <a:endParaRPr lang="en-US" sz="1800" b="1" dirty="0"/>
                        </a:p>
                      </a:txBody>
                      <a:tcPr marL="82835" marR="82835" marT="41418" marB="41418"/>
                    </a:tc>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800" b="1" i="1" smtClean="0">
                                  <a:latin typeface="Cambria Math" panose="02040503050406030204" pitchFamily="18" charset="0"/>
                                </a:rPr>
                                <m:t>𝝅</m:t>
                              </m:r>
                              <m:r>
                                <a:rPr lang="en-US" sz="1800" b="1" i="1" smtClean="0">
                                  <a:latin typeface="Cambria Math" panose="02040503050406030204" pitchFamily="18" charset="0"/>
                                </a:rPr>
                                <m:t>/</m:t>
                              </m:r>
                              <m:r>
                                <a:rPr lang="en-US" sz="1800" b="1" i="1" smtClean="0">
                                  <a:latin typeface="Cambria Math" panose="02040503050406030204" pitchFamily="18" charset="0"/>
                                </a:rPr>
                                <m:t>𝟐</m:t>
                              </m:r>
                            </m:oMath>
                          </a14:m>
                          <a:r>
                            <a:rPr lang="en-US" sz="1800" b="1" dirty="0"/>
                            <a:t> with loss</a:t>
                          </a:r>
                        </a:p>
                      </a:txBody>
                      <a:tcPr marL="82835" marR="82835" marT="41418" marB="41418"/>
                    </a:tc>
                    <a:extLst>
                      <a:ext uri="{0D108BD9-81ED-4DB2-BD59-A6C34878D82A}">
                        <a16:rowId xmlns:a16="http://schemas.microsoft.com/office/drawing/2014/main" val="1492468584"/>
                      </a:ext>
                    </a:extLst>
                  </a:tr>
                  <a:tr h="417518">
                    <a:tc>
                      <a:txBody>
                        <a:bodyPr/>
                        <a:lstStyle/>
                        <a:p>
                          <a:r>
                            <a:rPr lang="en-US" sz="1800" dirty="0"/>
                            <a:t>O1</a:t>
                          </a:r>
                        </a:p>
                      </a:txBody>
                      <a:tcPr marL="82835" marR="82835" marT="41418" marB="41418"/>
                    </a:tc>
                    <a:tc>
                      <a:txBody>
                        <a:bodyPr/>
                        <a:lstStyle/>
                        <a:p>
                          <a:pPr algn="ctr"/>
                          <a:r>
                            <a:rPr lang="en-US" sz="1800" dirty="0"/>
                            <a:t>0.383</a:t>
                          </a:r>
                        </a:p>
                      </a:txBody>
                      <a:tcPr marL="82835" marR="82835" marT="41418" marB="41418"/>
                    </a:tc>
                    <a:tc>
                      <a:txBody>
                        <a:bodyPr/>
                        <a:lstStyle/>
                        <a:p>
                          <a:pPr algn="ctr"/>
                          <a:r>
                            <a:rPr lang="en-US" sz="1800" dirty="0"/>
                            <a:t>0.707</a:t>
                          </a:r>
                        </a:p>
                      </a:txBody>
                      <a:tcPr marL="82835" marR="82835" marT="41418" marB="41418"/>
                    </a:tc>
                    <a:tc>
                      <a:txBody>
                        <a:bodyPr/>
                        <a:lstStyle/>
                        <a:p>
                          <a:pPr algn="ctr"/>
                          <a:r>
                            <a:rPr lang="en-US" sz="1800" dirty="0"/>
                            <a:t>0.383</a:t>
                          </a:r>
                        </a:p>
                      </a:txBody>
                      <a:tcPr marL="82835" marR="82835" marT="41418" marB="41418"/>
                    </a:tc>
                    <a:extLst>
                      <a:ext uri="{0D108BD9-81ED-4DB2-BD59-A6C34878D82A}">
                        <a16:rowId xmlns:a16="http://schemas.microsoft.com/office/drawing/2014/main" val="667751040"/>
                      </a:ext>
                    </a:extLst>
                  </a:tr>
                </a:tbl>
              </a:graphicData>
            </a:graphic>
          </p:graphicFrame>
        </mc:Choice>
        <mc:Fallback xmlns="">
          <p:graphicFrame>
            <p:nvGraphicFramePr>
              <p:cNvPr id="7" name="Table 6">
                <a:extLst>
                  <a:ext uri="{FF2B5EF4-FFF2-40B4-BE49-F238E27FC236}">
                    <a16:creationId xmlns:a16="http://schemas.microsoft.com/office/drawing/2014/main" id="{4746D105-538A-9CF3-6D5D-9FBE960C77E4}"/>
                  </a:ext>
                </a:extLst>
              </p:cNvPr>
              <p:cNvGraphicFramePr>
                <a:graphicFrameLocks noGrp="1"/>
              </p:cNvGraphicFramePr>
              <p:nvPr>
                <p:extLst>
                  <p:ext uri="{D42A27DB-BD31-4B8C-83A1-F6EECF244321}">
                    <p14:modId xmlns:p14="http://schemas.microsoft.com/office/powerpoint/2010/main" val="1855343118"/>
                  </p:ext>
                </p:extLst>
              </p:nvPr>
            </p:nvGraphicFramePr>
            <p:xfrm>
              <a:off x="842381" y="3942227"/>
              <a:ext cx="4888184" cy="1252554"/>
            </p:xfrm>
            <a:graphic>
              <a:graphicData uri="http://schemas.openxmlformats.org/drawingml/2006/table">
                <a:tbl>
                  <a:tblPr firstRow="1" bandRow="1">
                    <a:tableStyleId>{9D7B26C5-4107-4FEC-AEDC-1716B250A1EF}</a:tableStyleId>
                  </a:tblPr>
                  <a:tblGrid>
                    <a:gridCol w="1070519">
                      <a:extLst>
                        <a:ext uri="{9D8B030D-6E8A-4147-A177-3AD203B41FA5}">
                          <a16:colId xmlns:a16="http://schemas.microsoft.com/office/drawing/2014/main" val="1238669237"/>
                        </a:ext>
                      </a:extLst>
                    </a:gridCol>
                    <a:gridCol w="1049633">
                      <a:extLst>
                        <a:ext uri="{9D8B030D-6E8A-4147-A177-3AD203B41FA5}">
                          <a16:colId xmlns:a16="http://schemas.microsoft.com/office/drawing/2014/main" val="147672434"/>
                        </a:ext>
                      </a:extLst>
                    </a:gridCol>
                    <a:gridCol w="1038012">
                      <a:extLst>
                        <a:ext uri="{9D8B030D-6E8A-4147-A177-3AD203B41FA5}">
                          <a16:colId xmlns:a16="http://schemas.microsoft.com/office/drawing/2014/main" val="3821260557"/>
                        </a:ext>
                      </a:extLst>
                    </a:gridCol>
                    <a:gridCol w="1730020">
                      <a:extLst>
                        <a:ext uri="{9D8B030D-6E8A-4147-A177-3AD203B41FA5}">
                          <a16:colId xmlns:a16="http://schemas.microsoft.com/office/drawing/2014/main" val="3915959911"/>
                        </a:ext>
                      </a:extLst>
                    </a:gridCol>
                  </a:tblGrid>
                  <a:tr h="417518">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1800"/>
                            <a:t>Output</a:t>
                          </a:r>
                        </a:p>
                      </a:txBody>
                      <a:tcPr marL="82835" marR="82835" marT="41418" marB="41418"/>
                    </a:tc>
                    <a:tc gridSpan="3">
                      <a:txBody>
                        <a:bodyPr/>
                        <a:lstStyle/>
                        <a:p>
                          <a:pPr algn="ctr"/>
                          <a:r>
                            <a:rPr lang="en-US" sz="1800"/>
                            <a:t>Theta</a:t>
                          </a:r>
                          <a:endParaRPr sz="1800"/>
                        </a:p>
                      </a:txBody>
                      <a:tcPr marL="82835" marR="82835" marT="41418" marB="41418"/>
                    </a:tc>
                    <a:tc hMerge="1">
                      <a:txBody>
                        <a:bodyPr/>
                        <a:lstStyle/>
                        <a:p>
                          <a:endParaRPr lang="en-US" sz="1800"/>
                        </a:p>
                      </a:txBody>
                      <a:tcPr marL="82835" marR="82835" marT="41418" marB="41418"/>
                    </a:tc>
                    <a:tc hMerge="1">
                      <a:txBody>
                        <a:bodyPr/>
                        <a:lstStyle/>
                        <a:p>
                          <a:endParaRPr lang="en-US"/>
                        </a:p>
                      </a:txBody>
                      <a:tcPr/>
                    </a:tc>
                    <a:extLst>
                      <a:ext uri="{0D108BD9-81ED-4DB2-BD59-A6C34878D82A}">
                        <a16:rowId xmlns:a16="http://schemas.microsoft.com/office/drawing/2014/main" val="444012556"/>
                      </a:ext>
                    </a:extLst>
                  </a:tr>
                  <a:tr h="417518">
                    <a:tc>
                      <a:txBody>
                        <a:bodyPr/>
                        <a:lstStyle/>
                        <a:p>
                          <a:endParaRPr lang="en-US" sz="1800"/>
                        </a:p>
                      </a:txBody>
                      <a:tcPr marL="82835" marR="82835" marT="41418" marB="41418"/>
                    </a:tc>
                    <a:tc>
                      <a:txBody>
                        <a:bodyPr/>
                        <a:lstStyle/>
                        <a:p>
                          <a:endParaRPr lang="en-US"/>
                        </a:p>
                      </a:txBody>
                      <a:tcPr marL="82835" marR="82835" marT="41418" marB="41418">
                        <a:blipFill>
                          <a:blip r:embed="rId2"/>
                          <a:stretch>
                            <a:fillRect l="-102326" t="-108696" r="-265116" b="-108696"/>
                          </a:stretch>
                        </a:blipFill>
                      </a:tcPr>
                    </a:tc>
                    <a:tc>
                      <a:txBody>
                        <a:bodyPr/>
                        <a:lstStyle/>
                        <a:p>
                          <a:endParaRPr lang="en-US"/>
                        </a:p>
                      </a:txBody>
                      <a:tcPr marL="82835" marR="82835" marT="41418" marB="41418">
                        <a:blipFill>
                          <a:blip r:embed="rId2"/>
                          <a:stretch>
                            <a:fillRect l="-203509" t="-108696" r="-166667" b="-108696"/>
                          </a:stretch>
                        </a:blipFill>
                      </a:tcPr>
                    </a:tc>
                    <a:tc>
                      <a:txBody>
                        <a:bodyPr/>
                        <a:lstStyle/>
                        <a:p>
                          <a:endParaRPr lang="en-US"/>
                        </a:p>
                      </a:txBody>
                      <a:tcPr marL="82835" marR="82835" marT="41418" marB="41418">
                        <a:blipFill>
                          <a:blip r:embed="rId2"/>
                          <a:stretch>
                            <a:fillRect l="-182746" t="-108696" r="-352" b="-108696"/>
                          </a:stretch>
                        </a:blipFill>
                      </a:tcPr>
                    </a:tc>
                    <a:extLst>
                      <a:ext uri="{0D108BD9-81ED-4DB2-BD59-A6C34878D82A}">
                        <a16:rowId xmlns:a16="http://schemas.microsoft.com/office/drawing/2014/main" val="1492468584"/>
                      </a:ext>
                    </a:extLst>
                  </a:tr>
                  <a:tr h="417518">
                    <a:tc>
                      <a:txBody>
                        <a:bodyPr/>
                        <a:lstStyle/>
                        <a:p>
                          <a:r>
                            <a:rPr lang="en-US" sz="1800"/>
                            <a:t>O1</a:t>
                          </a:r>
                        </a:p>
                      </a:txBody>
                      <a:tcPr marL="82835" marR="82835" marT="41418" marB="41418"/>
                    </a:tc>
                    <a:tc>
                      <a:txBody>
                        <a:bodyPr/>
                        <a:lstStyle/>
                        <a:p>
                          <a:pPr algn="ctr"/>
                          <a:r>
                            <a:rPr lang="en-US" sz="1800"/>
                            <a:t>0.383</a:t>
                          </a:r>
                        </a:p>
                      </a:txBody>
                      <a:tcPr marL="82835" marR="82835" marT="41418" marB="41418"/>
                    </a:tc>
                    <a:tc>
                      <a:txBody>
                        <a:bodyPr/>
                        <a:lstStyle/>
                        <a:p>
                          <a:pPr algn="ctr"/>
                          <a:r>
                            <a:rPr lang="en-US" sz="1800"/>
                            <a:t>0.707</a:t>
                          </a:r>
                        </a:p>
                      </a:txBody>
                      <a:tcPr marL="82835" marR="82835" marT="41418" marB="41418"/>
                    </a:tc>
                    <a:tc>
                      <a:txBody>
                        <a:bodyPr/>
                        <a:lstStyle/>
                        <a:p>
                          <a:pPr algn="ctr"/>
                          <a:r>
                            <a:rPr lang="en-US" sz="1800"/>
                            <a:t>0.383</a:t>
                          </a:r>
                        </a:p>
                      </a:txBody>
                      <a:tcPr marL="82835" marR="82835" marT="41418" marB="41418"/>
                    </a:tc>
                    <a:extLst>
                      <a:ext uri="{0D108BD9-81ED-4DB2-BD59-A6C34878D82A}">
                        <a16:rowId xmlns:a16="http://schemas.microsoft.com/office/drawing/2014/main" val="667751040"/>
                      </a:ext>
                    </a:extLst>
                  </a:tr>
                </a:tbl>
              </a:graphicData>
            </a:graphic>
          </p:graphicFrame>
        </mc:Fallback>
      </mc:AlternateContent>
      <p:sp>
        <p:nvSpPr>
          <p:cNvPr id="8" name="TextBox 7">
            <a:extLst>
              <a:ext uri="{FF2B5EF4-FFF2-40B4-BE49-F238E27FC236}">
                <a16:creationId xmlns:a16="http://schemas.microsoft.com/office/drawing/2014/main" id="{D3ADE3E3-9EE6-B706-DA6A-0DCC9315452C}"/>
              </a:ext>
            </a:extLst>
          </p:cNvPr>
          <p:cNvSpPr txBox="1"/>
          <p:nvPr/>
        </p:nvSpPr>
        <p:spPr>
          <a:xfrm>
            <a:off x="2121248" y="3542117"/>
            <a:ext cx="2330450" cy="400110"/>
          </a:xfrm>
          <a:prstGeom prst="rect">
            <a:avLst/>
          </a:prstGeom>
          <a:noFill/>
        </p:spPr>
        <p:txBody>
          <a:bodyPr wrap="square" rtlCol="0">
            <a:spAutoFit/>
          </a:bodyPr>
          <a:lstStyle/>
          <a:p>
            <a:pPr algn="ctr"/>
            <a:r>
              <a:rPr lang="en-US" sz="2000" dirty="0"/>
              <a:t>Transmission [</a:t>
            </a:r>
            <a:r>
              <a:rPr lang="en-US" sz="2000" dirty="0" err="1"/>
              <a:t>uW</a:t>
            </a:r>
            <a:r>
              <a:rPr lang="en-US" sz="2000" dirty="0"/>
              <a:t>]</a:t>
            </a:r>
          </a:p>
        </p:txBody>
      </p:sp>
      <p:pic>
        <p:nvPicPr>
          <p:cNvPr id="10" name="Picture 9">
            <a:extLst>
              <a:ext uri="{FF2B5EF4-FFF2-40B4-BE49-F238E27FC236}">
                <a16:creationId xmlns:a16="http://schemas.microsoft.com/office/drawing/2014/main" id="{4F11EA20-7B3A-7417-2D39-5A70A69BAD96}"/>
              </a:ext>
            </a:extLst>
          </p:cNvPr>
          <p:cNvPicPr>
            <a:picLocks noChangeAspect="1"/>
          </p:cNvPicPr>
          <p:nvPr/>
        </p:nvPicPr>
        <p:blipFill>
          <a:blip r:embed="rId3"/>
          <a:stretch>
            <a:fillRect/>
          </a:stretch>
        </p:blipFill>
        <p:spPr>
          <a:xfrm>
            <a:off x="6165850" y="2587440"/>
            <a:ext cx="5619055" cy="2645439"/>
          </a:xfrm>
          <a:prstGeom prst="rect">
            <a:avLst/>
          </a:prstGeom>
        </p:spPr>
      </p:pic>
    </p:spTree>
    <p:extLst>
      <p:ext uri="{BB962C8B-B14F-4D97-AF65-F5344CB8AC3E}">
        <p14:creationId xmlns:p14="http://schemas.microsoft.com/office/powerpoint/2010/main" val="71236718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AAD69-7BE5-8F6E-0FE9-097433A4A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EB29A-7C0A-D399-02C2-17BCF0257C39}"/>
              </a:ext>
            </a:extLst>
          </p:cNvPr>
          <p:cNvSpPr>
            <a:spLocks noGrp="1"/>
          </p:cNvSpPr>
          <p:nvPr>
            <p:ph type="title"/>
          </p:nvPr>
        </p:nvSpPr>
        <p:spPr>
          <a:xfrm>
            <a:off x="407096" y="1113422"/>
            <a:ext cx="10936893" cy="677108"/>
          </a:xfrm>
        </p:spPr>
        <p:txBody>
          <a:bodyPr/>
          <a:lstStyle/>
          <a:p>
            <a:r>
              <a:rPr lang="en-US" sz="3200" dirty="0"/>
              <a:t>Phase Shifter Efficiency – Simulation Setup</a:t>
            </a:r>
          </a:p>
        </p:txBody>
      </p:sp>
      <p:sp>
        <p:nvSpPr>
          <p:cNvPr id="3" name="Content Placeholder 2">
            <a:extLst>
              <a:ext uri="{FF2B5EF4-FFF2-40B4-BE49-F238E27FC236}">
                <a16:creationId xmlns:a16="http://schemas.microsoft.com/office/drawing/2014/main" id="{2749136D-CD09-6497-5424-C90281501CCD}"/>
              </a:ext>
            </a:extLst>
          </p:cNvPr>
          <p:cNvSpPr>
            <a:spLocks noGrp="1"/>
          </p:cNvSpPr>
          <p:nvPr>
            <p:ph idx="1"/>
          </p:nvPr>
        </p:nvSpPr>
        <p:spPr>
          <a:xfrm>
            <a:off x="407095" y="1790530"/>
            <a:ext cx="4050937" cy="2493311"/>
          </a:xfrm>
        </p:spPr>
        <p:txBody>
          <a:bodyPr/>
          <a:lstStyle/>
          <a:p>
            <a:r>
              <a:rPr lang="en-US" dirty="0"/>
              <a:t>Replicating real device environment</a:t>
            </a:r>
          </a:p>
          <a:p>
            <a:r>
              <a:rPr lang="en-US" dirty="0"/>
              <a:t>Simulation contains:</a:t>
            </a:r>
          </a:p>
          <a:p>
            <a:pPr lvl="1"/>
            <a:r>
              <a:rPr lang="en-US" dirty="0"/>
              <a:t>Air</a:t>
            </a:r>
          </a:p>
          <a:p>
            <a:pPr lvl="1"/>
            <a:r>
              <a:rPr lang="en-US" dirty="0"/>
              <a:t>Cladding</a:t>
            </a:r>
          </a:p>
          <a:p>
            <a:pPr lvl="1"/>
            <a:r>
              <a:rPr lang="en-US" dirty="0"/>
              <a:t>Silicon base </a:t>
            </a:r>
          </a:p>
          <a:p>
            <a:pPr lvl="1"/>
            <a:r>
              <a:rPr lang="en-US" dirty="0"/>
              <a:t>Silicon waveguide</a:t>
            </a:r>
          </a:p>
          <a:p>
            <a:pPr lvl="1"/>
            <a:r>
              <a:rPr lang="en-US" dirty="0"/>
              <a:t>Wire heater (various materials)</a:t>
            </a:r>
          </a:p>
        </p:txBody>
      </p:sp>
      <p:pic>
        <p:nvPicPr>
          <p:cNvPr id="5" name="Picture 4">
            <a:extLst>
              <a:ext uri="{FF2B5EF4-FFF2-40B4-BE49-F238E27FC236}">
                <a16:creationId xmlns:a16="http://schemas.microsoft.com/office/drawing/2014/main" id="{5F927888-EE9C-C77D-D947-A8B18CD63C93}"/>
              </a:ext>
            </a:extLst>
          </p:cNvPr>
          <p:cNvPicPr>
            <a:picLocks noChangeAspect="1"/>
          </p:cNvPicPr>
          <p:nvPr/>
        </p:nvPicPr>
        <p:blipFill>
          <a:blip r:embed="rId3"/>
          <a:stretch>
            <a:fillRect/>
          </a:stretch>
        </p:blipFill>
        <p:spPr>
          <a:xfrm>
            <a:off x="7732422" y="4039756"/>
            <a:ext cx="4166732" cy="2111905"/>
          </a:xfrm>
          <a:prstGeom prst="rect">
            <a:avLst/>
          </a:prstGeom>
        </p:spPr>
      </p:pic>
      <p:pic>
        <p:nvPicPr>
          <p:cNvPr id="7" name="Picture 6">
            <a:extLst>
              <a:ext uri="{FF2B5EF4-FFF2-40B4-BE49-F238E27FC236}">
                <a16:creationId xmlns:a16="http://schemas.microsoft.com/office/drawing/2014/main" id="{28185D2B-1810-76BE-E13C-D75BA879F0B2}"/>
              </a:ext>
            </a:extLst>
          </p:cNvPr>
          <p:cNvPicPr>
            <a:picLocks noChangeAspect="1"/>
          </p:cNvPicPr>
          <p:nvPr/>
        </p:nvPicPr>
        <p:blipFill>
          <a:blip r:embed="rId4"/>
          <a:srcRect l="34762" r="27616"/>
          <a:stretch/>
        </p:blipFill>
        <p:spPr>
          <a:xfrm>
            <a:off x="4458032" y="3077390"/>
            <a:ext cx="1401417" cy="3074271"/>
          </a:xfrm>
          <a:prstGeom prst="rect">
            <a:avLst/>
          </a:prstGeom>
        </p:spPr>
      </p:pic>
      <p:sp>
        <p:nvSpPr>
          <p:cNvPr id="9" name="Callout: Line 8">
            <a:extLst>
              <a:ext uri="{FF2B5EF4-FFF2-40B4-BE49-F238E27FC236}">
                <a16:creationId xmlns:a16="http://schemas.microsoft.com/office/drawing/2014/main" id="{10E8F490-15A0-E24C-6115-0404F84629AC}"/>
              </a:ext>
            </a:extLst>
          </p:cNvPr>
          <p:cNvSpPr/>
          <p:nvPr/>
        </p:nvSpPr>
        <p:spPr>
          <a:xfrm>
            <a:off x="5958839" y="3658457"/>
            <a:ext cx="1401416" cy="677108"/>
          </a:xfrm>
          <a:prstGeom prst="borderCallout1">
            <a:avLst>
              <a:gd name="adj1" fmla="val 43313"/>
              <a:gd name="adj2" fmla="val -4649"/>
              <a:gd name="adj3" fmla="val 114972"/>
              <a:gd name="adj4" fmla="val -46531"/>
            </a:avLst>
          </a:prstGeom>
          <a:noFill/>
          <a:ln>
            <a:solidFill>
              <a:schemeClr val="tx1"/>
            </a:solidFill>
            <a:headEnd type="none" w="med" len="med"/>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lumMod val="50000"/>
                  </a:schemeClr>
                </a:solidFill>
              </a:rPr>
              <a:t>Wire (Heater)</a:t>
            </a:r>
          </a:p>
        </p:txBody>
      </p:sp>
      <p:sp>
        <p:nvSpPr>
          <p:cNvPr id="10" name="Callout: Line 9">
            <a:extLst>
              <a:ext uri="{FF2B5EF4-FFF2-40B4-BE49-F238E27FC236}">
                <a16:creationId xmlns:a16="http://schemas.microsoft.com/office/drawing/2014/main" id="{23CE96BF-3471-1883-24B0-3F8108EE3D8A}"/>
              </a:ext>
            </a:extLst>
          </p:cNvPr>
          <p:cNvSpPr/>
          <p:nvPr/>
        </p:nvSpPr>
        <p:spPr>
          <a:xfrm>
            <a:off x="5958839" y="5377716"/>
            <a:ext cx="1585292" cy="364169"/>
          </a:xfrm>
          <a:prstGeom prst="borderCallout1">
            <a:avLst>
              <a:gd name="adj1" fmla="val 46043"/>
              <a:gd name="adj2" fmla="val -3317"/>
              <a:gd name="adj3" fmla="val -74973"/>
              <a:gd name="adj4" fmla="val -46991"/>
            </a:avLst>
          </a:prstGeom>
          <a:noFill/>
          <a:ln>
            <a:solidFill>
              <a:schemeClr val="tx1"/>
            </a:solidFill>
            <a:headEnd type="none" w="med" len="med"/>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lumMod val="50000"/>
                  </a:schemeClr>
                </a:solidFill>
              </a:rPr>
              <a:t>Waveguide</a:t>
            </a:r>
          </a:p>
        </p:txBody>
      </p:sp>
      <p:sp>
        <p:nvSpPr>
          <p:cNvPr id="11" name="Arrow: Up-Down 10">
            <a:extLst>
              <a:ext uri="{FF2B5EF4-FFF2-40B4-BE49-F238E27FC236}">
                <a16:creationId xmlns:a16="http://schemas.microsoft.com/office/drawing/2014/main" id="{A4F32C04-68FF-8128-A649-98E365C7AB03}"/>
              </a:ext>
            </a:extLst>
          </p:cNvPr>
          <p:cNvSpPr/>
          <p:nvPr/>
        </p:nvSpPr>
        <p:spPr>
          <a:xfrm>
            <a:off x="5098065" y="4593075"/>
            <a:ext cx="124969" cy="367932"/>
          </a:xfrm>
          <a:prstGeom prst="upDownArrow">
            <a:avLst/>
          </a:prstGeom>
          <a:solidFill>
            <a:srgbClr val="FF0000"/>
          </a:solid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Callout: Line with Accent Bar 13">
            <a:extLst>
              <a:ext uri="{FF2B5EF4-FFF2-40B4-BE49-F238E27FC236}">
                <a16:creationId xmlns:a16="http://schemas.microsoft.com/office/drawing/2014/main" id="{CCE4006E-BA50-4554-236A-BFE2AFD29D21}"/>
              </a:ext>
            </a:extLst>
          </p:cNvPr>
          <p:cNvSpPr/>
          <p:nvPr/>
        </p:nvSpPr>
        <p:spPr>
          <a:xfrm>
            <a:off x="6047740" y="4631836"/>
            <a:ext cx="1155700" cy="422275"/>
          </a:xfrm>
          <a:prstGeom prst="accentCallout1">
            <a:avLst>
              <a:gd name="adj1" fmla="val 48073"/>
              <a:gd name="adj2" fmla="val -8333"/>
              <a:gd name="adj3" fmla="val 38141"/>
              <a:gd name="adj4" fmla="val -70273"/>
            </a:avLst>
          </a:prstGeom>
          <a:noFill/>
          <a:ln>
            <a:solidFill>
              <a:schemeClr val="tx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schemeClr val="tx1">
                    <a:lumMod val="50000"/>
                  </a:schemeClr>
                </a:solidFill>
              </a:rPr>
              <a:t>Wire Distance</a:t>
            </a:r>
          </a:p>
        </p:txBody>
      </p:sp>
      <p:sp>
        <p:nvSpPr>
          <p:cNvPr id="12" name="Slide Number Placeholder 11">
            <a:extLst>
              <a:ext uri="{FF2B5EF4-FFF2-40B4-BE49-F238E27FC236}">
                <a16:creationId xmlns:a16="http://schemas.microsoft.com/office/drawing/2014/main" id="{991E068C-4B13-3FB6-7782-FFC8F8E2A17E}"/>
              </a:ext>
            </a:extLst>
          </p:cNvPr>
          <p:cNvSpPr>
            <a:spLocks noGrp="1"/>
          </p:cNvSpPr>
          <p:nvPr>
            <p:ph type="sldNum" sz="quarter" idx="4"/>
          </p:nvPr>
        </p:nvSpPr>
        <p:spPr/>
        <p:txBody>
          <a:bodyPr/>
          <a:lstStyle/>
          <a:p>
            <a:fld id="{D6BC0CF7-1C3B-49E0-BE83-9776BE0C4175}" type="slidenum">
              <a:rPr lang="en-US" smtClean="0"/>
              <a:t>8</a:t>
            </a:fld>
            <a:endParaRPr lang="en-US"/>
          </a:p>
        </p:txBody>
      </p:sp>
      <p:pic>
        <p:nvPicPr>
          <p:cNvPr id="15" name="Picture 14">
            <a:extLst>
              <a:ext uri="{FF2B5EF4-FFF2-40B4-BE49-F238E27FC236}">
                <a16:creationId xmlns:a16="http://schemas.microsoft.com/office/drawing/2014/main" id="{75BCBB18-A25E-1B66-186D-5918C54CDBA0}"/>
              </a:ext>
            </a:extLst>
          </p:cNvPr>
          <p:cNvPicPr>
            <a:picLocks noChangeAspect="1"/>
          </p:cNvPicPr>
          <p:nvPr/>
        </p:nvPicPr>
        <p:blipFill>
          <a:blip r:embed="rId5"/>
          <a:stretch>
            <a:fillRect/>
          </a:stretch>
        </p:blipFill>
        <p:spPr>
          <a:xfrm>
            <a:off x="8185905" y="2857121"/>
            <a:ext cx="3158084" cy="932460"/>
          </a:xfrm>
          <a:prstGeom prst="rect">
            <a:avLst/>
          </a:prstGeom>
        </p:spPr>
      </p:pic>
    </p:spTree>
    <p:extLst>
      <p:ext uri="{BB962C8B-B14F-4D97-AF65-F5344CB8AC3E}">
        <p14:creationId xmlns:p14="http://schemas.microsoft.com/office/powerpoint/2010/main" val="124545635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916E0B1-B476-A53D-1967-2725C9EBC72D}"/>
              </a:ext>
            </a:extLst>
          </p:cNvPr>
          <p:cNvSpPr>
            <a:spLocks noGrp="1"/>
          </p:cNvSpPr>
          <p:nvPr>
            <p:ph type="title"/>
          </p:nvPr>
        </p:nvSpPr>
        <p:spPr>
          <a:xfrm>
            <a:off x="407096" y="1113422"/>
            <a:ext cx="10936893" cy="677108"/>
          </a:xfrm>
        </p:spPr>
        <p:txBody>
          <a:bodyPr/>
          <a:lstStyle/>
          <a:p>
            <a:r>
              <a:rPr lang="en-US" sz="3200" dirty="0"/>
              <a:t>Phase Shifter Efficiency – Metrics</a:t>
            </a:r>
          </a:p>
        </p:txBody>
      </p:sp>
      <p:sp>
        <p:nvSpPr>
          <p:cNvPr id="5" name="Content Placeholder 2">
            <a:extLst>
              <a:ext uri="{FF2B5EF4-FFF2-40B4-BE49-F238E27FC236}">
                <a16:creationId xmlns:a16="http://schemas.microsoft.com/office/drawing/2014/main" id="{E3ABC0F6-937A-49E5-A0D8-192B142573EA}"/>
              </a:ext>
            </a:extLst>
          </p:cNvPr>
          <p:cNvSpPr>
            <a:spLocks noGrp="1"/>
          </p:cNvSpPr>
          <p:nvPr>
            <p:ph idx="1"/>
          </p:nvPr>
        </p:nvSpPr>
        <p:spPr>
          <a:xfrm>
            <a:off x="407095" y="1790530"/>
            <a:ext cx="11188005" cy="2308261"/>
          </a:xfrm>
        </p:spPr>
        <p:txBody>
          <a:bodyPr/>
          <a:lstStyle/>
          <a:p>
            <a:r>
              <a:rPr lang="en-US" sz="2000" dirty="0"/>
              <a:t>The main metric rate a phase shifter design:</a:t>
            </a:r>
          </a:p>
          <a:p>
            <a:pPr lvl="1"/>
            <a:r>
              <a:rPr lang="en-US" sz="1800" dirty="0"/>
              <a:t>Power needed to obtain 2 pi phase shift (</a:t>
            </a:r>
            <a:r>
              <a:rPr lang="en-US" sz="1800" dirty="0" err="1"/>
              <a:t>mW</a:t>
            </a:r>
            <a:r>
              <a:rPr lang="en-US" sz="1800" dirty="0"/>
              <a:t>/FSR) [1]</a:t>
            </a:r>
          </a:p>
          <a:p>
            <a:r>
              <a:rPr lang="en-US" sz="2000" dirty="0"/>
              <a:t>The equation for phase change is:</a:t>
            </a:r>
          </a:p>
          <a:p>
            <a:pPr lvl="1"/>
            <a:endParaRPr lang="en-US" sz="1800" dirty="0"/>
          </a:p>
          <a:p>
            <a:endParaRPr lang="en-US"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491F1AB-2D28-F5EE-1C1C-BD1442B79D1E}"/>
                  </a:ext>
                </a:extLst>
              </p:cNvPr>
              <p:cNvSpPr txBox="1"/>
              <p:nvPr/>
            </p:nvSpPr>
            <p:spPr>
              <a:xfrm>
                <a:off x="1328058" y="3217578"/>
                <a:ext cx="2721429" cy="563359"/>
              </a:xfrm>
              <a:prstGeom prst="rect">
                <a:avLst/>
              </a:prstGeom>
              <a:noFill/>
            </p:spPr>
            <p:txBody>
              <a:bodyPr wrap="square">
                <a:spAutoFit/>
              </a:bodyPr>
              <a:lstStyle/>
              <a:p>
                <a:pPr marL="0" indent="0" algn="ctr">
                  <a:buNone/>
                </a:pPr>
                <a14:m>
                  <m:oMath xmlns:m="http://schemas.openxmlformats.org/officeDocument/2006/math">
                    <m:r>
                      <m:rPr>
                        <m:sty m:val="p"/>
                      </m:rPr>
                      <a:rPr lang="en-US" sz="2000" b="0" i="0" smtClean="0">
                        <a:latin typeface="Cambria Math" panose="02040503050406030204" pitchFamily="18" charset="0"/>
                      </a:rPr>
                      <m:t>Δ</m:t>
                    </m:r>
                    <m:r>
                      <a:rPr lang="en-US" sz="2000" b="0" i="1" smtClean="0">
                        <a:latin typeface="Cambria Math" panose="02040503050406030204" pitchFamily="18" charset="0"/>
                      </a:rPr>
                      <m:t>𝜙</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2</m:t>
                            </m:r>
                            <m:r>
                              <m:rPr>
                                <m:sty m:val="p"/>
                              </m:rPr>
                              <a:rPr lang="el-GR" sz="2000" i="1">
                                <a:latin typeface="Cambria Math" panose="02040503050406030204" pitchFamily="18" charset="0"/>
                              </a:rPr>
                              <m:t>π</m:t>
                            </m:r>
                            <m:r>
                              <a:rPr lang="en-US" sz="2000" i="1">
                                <a:latin typeface="Cambria Math" panose="02040503050406030204" pitchFamily="18" charset="0"/>
                              </a:rPr>
                              <m:t>(</m:t>
                            </m:r>
                            <m:r>
                              <a:rPr lang="en-US" sz="2000" i="1">
                                <a:latin typeface="Cambria Math" panose="02040503050406030204" pitchFamily="18" charset="0"/>
                              </a:rPr>
                              <m:t>𝑛</m:t>
                            </m:r>
                          </m:e>
                          <m:sub>
                            <m:r>
                              <a:rPr lang="en-US" sz="2000" i="1">
                                <a:latin typeface="Cambria Math" panose="02040503050406030204" pitchFamily="18" charset="0"/>
                              </a:rPr>
                              <m:t>𝑒𝑓𝑓</m:t>
                            </m:r>
                          </m:sub>
                        </m:sSub>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i="1">
                                <a:latin typeface="Cambria Math" panose="02040503050406030204" pitchFamily="18" charset="0"/>
                              </a:rPr>
                              <m:t>𝑒𝑓𝑓</m:t>
                            </m:r>
                            <m:r>
                              <a:rPr lang="en-US" sz="2000" i="1">
                                <a:latin typeface="Cambria Math" panose="02040503050406030204" pitchFamily="18" charset="0"/>
                              </a:rPr>
                              <m:t>0</m:t>
                            </m:r>
                          </m:sub>
                        </m:sSub>
                        <m:r>
                          <a:rPr lang="en-US" sz="2000" i="1">
                            <a:latin typeface="Cambria Math" panose="02040503050406030204" pitchFamily="18" charset="0"/>
                          </a:rPr>
                          <m:t>)</m:t>
                        </m:r>
                        <m:r>
                          <a:rPr lang="en-US" sz="2000" i="1">
                            <a:latin typeface="Cambria Math" panose="02040503050406030204" pitchFamily="18" charset="0"/>
                          </a:rPr>
                          <m:t>𝐿</m:t>
                        </m:r>
                      </m:num>
                      <m:den>
                        <m:r>
                          <m:rPr>
                            <m:sty m:val="p"/>
                          </m:rPr>
                          <a:rPr lang="el-GR" sz="2000" b="0" i="1" smtClean="0">
                            <a:latin typeface="Cambria Math" panose="02040503050406030204" pitchFamily="18" charset="0"/>
                          </a:rPr>
                          <m:t>λ</m:t>
                        </m:r>
                      </m:den>
                    </m:f>
                  </m:oMath>
                </a14:m>
                <a:r>
                  <a:rPr lang="en-US" sz="2000" b="0" dirty="0"/>
                  <a:t>  </a:t>
                </a:r>
              </a:p>
            </p:txBody>
          </p:sp>
        </mc:Choice>
        <mc:Fallback xmlns="">
          <p:sp>
            <p:nvSpPr>
              <p:cNvPr id="7" name="TextBox 6">
                <a:extLst>
                  <a:ext uri="{FF2B5EF4-FFF2-40B4-BE49-F238E27FC236}">
                    <a16:creationId xmlns:a16="http://schemas.microsoft.com/office/drawing/2014/main" id="{9491F1AB-2D28-F5EE-1C1C-BD1442B79D1E}"/>
                  </a:ext>
                </a:extLst>
              </p:cNvPr>
              <p:cNvSpPr txBox="1">
                <a:spLocks noRot="1" noChangeAspect="1" noMove="1" noResize="1" noEditPoints="1" noAdjustHandles="1" noChangeArrowheads="1" noChangeShapeType="1" noTextEdit="1"/>
              </p:cNvSpPr>
              <p:nvPr/>
            </p:nvSpPr>
            <p:spPr>
              <a:xfrm>
                <a:off x="1328058" y="3217578"/>
                <a:ext cx="2721429" cy="563359"/>
              </a:xfrm>
              <a:prstGeom prst="rect">
                <a:avLst/>
              </a:prstGeom>
              <a:blipFill>
                <a:blip r:embed="rId2"/>
                <a:stretch>
                  <a:fillRect/>
                </a:stretch>
              </a:blipFill>
            </p:spPr>
            <p:txBody>
              <a:bodyPr/>
              <a:lstStyle/>
              <a:p>
                <a:r>
                  <a:rPr lang="en-US">
                    <a:noFill/>
                  </a:rPr>
                  <a:t> </a:t>
                </a:r>
              </a:p>
            </p:txBody>
          </p:sp>
        </mc:Fallback>
      </mc:AlternateContent>
      <p:sp>
        <p:nvSpPr>
          <p:cNvPr id="9" name="Slide Number Placeholder 8">
            <a:extLst>
              <a:ext uri="{FF2B5EF4-FFF2-40B4-BE49-F238E27FC236}">
                <a16:creationId xmlns:a16="http://schemas.microsoft.com/office/drawing/2014/main" id="{C09F023D-AD6A-D48C-3AA6-F3A494CDA781}"/>
              </a:ext>
            </a:extLst>
          </p:cNvPr>
          <p:cNvSpPr>
            <a:spLocks noGrp="1"/>
          </p:cNvSpPr>
          <p:nvPr>
            <p:ph type="sldNum" sz="quarter" idx="4"/>
          </p:nvPr>
        </p:nvSpPr>
        <p:spPr/>
        <p:txBody>
          <a:bodyPr/>
          <a:lstStyle/>
          <a:p>
            <a:fld id="{D6BC0CF7-1C3B-49E0-BE83-9776BE0C4175}" type="slidenum">
              <a:rPr lang="en-US" smtClean="0"/>
              <a:t>9</a:t>
            </a:fld>
            <a:endParaRPr lang="en-US"/>
          </a:p>
        </p:txBody>
      </p:sp>
    </p:spTree>
    <p:extLst>
      <p:ext uri="{BB962C8B-B14F-4D97-AF65-F5344CB8AC3E}">
        <p14:creationId xmlns:p14="http://schemas.microsoft.com/office/powerpoint/2010/main" val="232210807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13BCE-8426-A0B2-730A-FA088DDAB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DAE3A-0C68-A86A-2BBC-B74FC3CD57EF}"/>
              </a:ext>
            </a:extLst>
          </p:cNvPr>
          <p:cNvSpPr>
            <a:spLocks noGrp="1"/>
          </p:cNvSpPr>
          <p:nvPr>
            <p:ph type="title"/>
          </p:nvPr>
        </p:nvSpPr>
        <p:spPr>
          <a:xfrm>
            <a:off x="391855" y="1136751"/>
            <a:ext cx="10936893" cy="677108"/>
          </a:xfrm>
        </p:spPr>
        <p:txBody>
          <a:bodyPr/>
          <a:lstStyle/>
          <a:p>
            <a:r>
              <a:rPr lang="en-US" sz="3200" dirty="0"/>
              <a:t> Phase Shifter Efficiency – 200nm Wire Distance</a:t>
            </a:r>
          </a:p>
        </p:txBody>
      </p:sp>
      <p:pic>
        <p:nvPicPr>
          <p:cNvPr id="5" name="Picture 4">
            <a:extLst>
              <a:ext uri="{FF2B5EF4-FFF2-40B4-BE49-F238E27FC236}">
                <a16:creationId xmlns:a16="http://schemas.microsoft.com/office/drawing/2014/main" id="{9711E235-CAFD-CBC7-2864-D392E4FB9FBD}"/>
              </a:ext>
            </a:extLst>
          </p:cNvPr>
          <p:cNvPicPr>
            <a:picLocks noChangeAspect="1"/>
          </p:cNvPicPr>
          <p:nvPr/>
        </p:nvPicPr>
        <p:blipFill>
          <a:blip r:embed="rId2"/>
          <a:stretch>
            <a:fillRect/>
          </a:stretch>
        </p:blipFill>
        <p:spPr>
          <a:xfrm>
            <a:off x="6569765" y="1866071"/>
            <a:ext cx="5334000" cy="4000500"/>
          </a:xfrm>
          <a:prstGeom prst="rect">
            <a:avLst/>
          </a:prstGeom>
        </p:spPr>
      </p:pic>
      <p:graphicFrame>
        <p:nvGraphicFramePr>
          <p:cNvPr id="6" name="Table 5">
            <a:extLst>
              <a:ext uri="{FF2B5EF4-FFF2-40B4-BE49-F238E27FC236}">
                <a16:creationId xmlns:a16="http://schemas.microsoft.com/office/drawing/2014/main" id="{330074DC-CFE4-1173-C093-1BC86ADC3148}"/>
              </a:ext>
            </a:extLst>
          </p:cNvPr>
          <p:cNvGraphicFramePr>
            <a:graphicFrameLocks noGrp="1"/>
          </p:cNvGraphicFramePr>
          <p:nvPr>
            <p:extLst>
              <p:ext uri="{D42A27DB-BD31-4B8C-83A1-F6EECF244321}">
                <p14:modId xmlns:p14="http://schemas.microsoft.com/office/powerpoint/2010/main" val="852659751"/>
              </p:ext>
            </p:extLst>
          </p:nvPr>
        </p:nvGraphicFramePr>
        <p:xfrm>
          <a:off x="679193" y="3429000"/>
          <a:ext cx="5890572" cy="835036"/>
        </p:xfrm>
        <a:graphic>
          <a:graphicData uri="http://schemas.openxmlformats.org/drawingml/2006/table">
            <a:tbl>
              <a:tblPr firstRow="1" bandRow="1">
                <a:tableStyleId>{9D7B26C5-4107-4FEC-AEDC-1716B250A1EF}</a:tableStyleId>
              </a:tblPr>
              <a:tblGrid>
                <a:gridCol w="1472643">
                  <a:extLst>
                    <a:ext uri="{9D8B030D-6E8A-4147-A177-3AD203B41FA5}">
                      <a16:colId xmlns:a16="http://schemas.microsoft.com/office/drawing/2014/main" val="1238669237"/>
                    </a:ext>
                  </a:extLst>
                </a:gridCol>
                <a:gridCol w="1472643">
                  <a:extLst>
                    <a:ext uri="{9D8B030D-6E8A-4147-A177-3AD203B41FA5}">
                      <a16:colId xmlns:a16="http://schemas.microsoft.com/office/drawing/2014/main" val="147672434"/>
                    </a:ext>
                  </a:extLst>
                </a:gridCol>
                <a:gridCol w="1472643">
                  <a:extLst>
                    <a:ext uri="{9D8B030D-6E8A-4147-A177-3AD203B41FA5}">
                      <a16:colId xmlns:a16="http://schemas.microsoft.com/office/drawing/2014/main" val="3821260557"/>
                    </a:ext>
                  </a:extLst>
                </a:gridCol>
                <a:gridCol w="1472643">
                  <a:extLst>
                    <a:ext uri="{9D8B030D-6E8A-4147-A177-3AD203B41FA5}">
                      <a16:colId xmlns:a16="http://schemas.microsoft.com/office/drawing/2014/main" val="3998659971"/>
                    </a:ext>
                  </a:extLst>
                </a:gridCol>
              </a:tblGrid>
              <a:tr h="417518">
                <a:tc>
                  <a:txBody>
                    <a:bodyPr/>
                    <a:lstStyle/>
                    <a:p>
                      <a:r>
                        <a:rPr lang="en-US" sz="2100" dirty="0"/>
                        <a:t>Aluminum</a:t>
                      </a:r>
                    </a:p>
                  </a:txBody>
                  <a:tcPr marL="82835" marR="82835" marT="41418" marB="41418"/>
                </a:tc>
                <a:tc>
                  <a:txBody>
                    <a:bodyPr/>
                    <a:lstStyle/>
                    <a:p>
                      <a:r>
                        <a:rPr lang="en-US" sz="2100" dirty="0"/>
                        <a:t>Copper</a:t>
                      </a:r>
                    </a:p>
                  </a:txBody>
                  <a:tcPr marL="82835" marR="82835" marT="41418" marB="41418"/>
                </a:tc>
                <a:tc>
                  <a:txBody>
                    <a:bodyPr/>
                    <a:lstStyle/>
                    <a:p>
                      <a:r>
                        <a:rPr lang="en-US" sz="2100" dirty="0"/>
                        <a:t>Gold</a:t>
                      </a:r>
                    </a:p>
                  </a:txBody>
                  <a:tcPr marL="82835" marR="82835" marT="41418" marB="41418"/>
                </a:tc>
                <a:tc>
                  <a:txBody>
                    <a:bodyPr/>
                    <a:lstStyle/>
                    <a:p>
                      <a:r>
                        <a:rPr lang="en-US" sz="2100" dirty="0"/>
                        <a:t>Silver</a:t>
                      </a:r>
                    </a:p>
                  </a:txBody>
                  <a:tcPr marL="82835" marR="82835" marT="41418" marB="41418"/>
                </a:tc>
                <a:extLst>
                  <a:ext uri="{0D108BD9-81ED-4DB2-BD59-A6C34878D82A}">
                    <a16:rowId xmlns:a16="http://schemas.microsoft.com/office/drawing/2014/main" val="1492468584"/>
                  </a:ext>
                </a:extLst>
              </a:tr>
              <a:tr h="417518">
                <a:tc>
                  <a:txBody>
                    <a:bodyPr/>
                    <a:lstStyle/>
                    <a:p>
                      <a:r>
                        <a:rPr lang="en-US" sz="2100"/>
                        <a:t>36.6025</a:t>
                      </a:r>
                    </a:p>
                  </a:txBody>
                  <a:tcPr marL="82835" marR="82835" marT="41418" marB="41418"/>
                </a:tc>
                <a:tc>
                  <a:txBody>
                    <a:bodyPr/>
                    <a:lstStyle/>
                    <a:p>
                      <a:r>
                        <a:rPr lang="en-US" sz="2100"/>
                        <a:t>36.677</a:t>
                      </a:r>
                    </a:p>
                  </a:txBody>
                  <a:tcPr marL="82835" marR="82835" marT="41418" marB="41418"/>
                </a:tc>
                <a:tc>
                  <a:txBody>
                    <a:bodyPr/>
                    <a:lstStyle/>
                    <a:p>
                      <a:r>
                        <a:rPr lang="en-US" sz="2100"/>
                        <a:t>36.663</a:t>
                      </a:r>
                    </a:p>
                  </a:txBody>
                  <a:tcPr marL="82835" marR="82835" marT="41418" marB="41418"/>
                </a:tc>
                <a:tc>
                  <a:txBody>
                    <a:bodyPr/>
                    <a:lstStyle/>
                    <a:p>
                      <a:r>
                        <a:rPr lang="en-US" sz="2100" dirty="0"/>
                        <a:t>36.681</a:t>
                      </a:r>
                    </a:p>
                  </a:txBody>
                  <a:tcPr marL="82835" marR="82835" marT="41418" marB="41418"/>
                </a:tc>
                <a:extLst>
                  <a:ext uri="{0D108BD9-81ED-4DB2-BD59-A6C34878D82A}">
                    <a16:rowId xmlns:a16="http://schemas.microsoft.com/office/drawing/2014/main" val="667751040"/>
                  </a:ext>
                </a:extLst>
              </a:tr>
            </a:tbl>
          </a:graphicData>
        </a:graphic>
      </p:graphicFrame>
      <p:sp>
        <p:nvSpPr>
          <p:cNvPr id="7" name="TextBox 6">
            <a:extLst>
              <a:ext uri="{FF2B5EF4-FFF2-40B4-BE49-F238E27FC236}">
                <a16:creationId xmlns:a16="http://schemas.microsoft.com/office/drawing/2014/main" id="{6C125687-5653-125A-30E5-58D28E493B5C}"/>
              </a:ext>
            </a:extLst>
          </p:cNvPr>
          <p:cNvSpPr txBox="1"/>
          <p:nvPr/>
        </p:nvSpPr>
        <p:spPr>
          <a:xfrm>
            <a:off x="2043409" y="2493579"/>
            <a:ext cx="3034124" cy="830997"/>
          </a:xfrm>
          <a:prstGeom prst="rect">
            <a:avLst/>
          </a:prstGeom>
          <a:noFill/>
        </p:spPr>
        <p:txBody>
          <a:bodyPr wrap="square" rtlCol="0">
            <a:spAutoFit/>
          </a:bodyPr>
          <a:lstStyle/>
          <a:p>
            <a:pPr algn="ctr"/>
            <a:r>
              <a:rPr lang="en-US" sz="2800" dirty="0"/>
              <a:t>Tuning Efficiency </a:t>
            </a:r>
          </a:p>
          <a:p>
            <a:pPr algn="ctr"/>
            <a:r>
              <a:rPr lang="en-US" sz="2000" dirty="0"/>
              <a:t>[</a:t>
            </a:r>
            <a:r>
              <a:rPr lang="en-US" sz="2000" dirty="0" err="1"/>
              <a:t>mW</a:t>
            </a:r>
            <a:r>
              <a:rPr lang="en-US" sz="2000" dirty="0"/>
              <a:t>/FSR]</a:t>
            </a:r>
          </a:p>
        </p:txBody>
      </p:sp>
      <p:sp>
        <p:nvSpPr>
          <p:cNvPr id="11" name="Slide Number Placeholder 10">
            <a:extLst>
              <a:ext uri="{FF2B5EF4-FFF2-40B4-BE49-F238E27FC236}">
                <a16:creationId xmlns:a16="http://schemas.microsoft.com/office/drawing/2014/main" id="{3E1779F4-B47A-EC43-E61B-17B573C57E78}"/>
              </a:ext>
            </a:extLst>
          </p:cNvPr>
          <p:cNvSpPr>
            <a:spLocks noGrp="1"/>
          </p:cNvSpPr>
          <p:nvPr>
            <p:ph type="sldNum" sz="quarter" idx="4"/>
          </p:nvPr>
        </p:nvSpPr>
        <p:spPr/>
        <p:txBody>
          <a:bodyPr/>
          <a:lstStyle/>
          <a:p>
            <a:fld id="{D6BC0CF7-1C3B-49E0-BE83-9776BE0C4175}" type="slidenum">
              <a:rPr lang="en-US" smtClean="0"/>
              <a:t>10</a:t>
            </a:fld>
            <a:endParaRPr lang="en-US"/>
          </a:p>
        </p:txBody>
      </p:sp>
    </p:spTree>
    <p:extLst>
      <p:ext uri="{BB962C8B-B14F-4D97-AF65-F5344CB8AC3E}">
        <p14:creationId xmlns:p14="http://schemas.microsoft.com/office/powerpoint/2010/main" val="40417038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3B17F-8805-651B-9008-B8B15CB676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55058-92E5-D90D-D95A-AF7724B6305B}"/>
              </a:ext>
            </a:extLst>
          </p:cNvPr>
          <p:cNvSpPr>
            <a:spLocks noGrp="1"/>
          </p:cNvSpPr>
          <p:nvPr>
            <p:ph type="title"/>
          </p:nvPr>
        </p:nvSpPr>
        <p:spPr>
          <a:xfrm>
            <a:off x="407096" y="1113422"/>
            <a:ext cx="10936893" cy="677108"/>
          </a:xfrm>
        </p:spPr>
        <p:txBody>
          <a:bodyPr/>
          <a:lstStyle/>
          <a:p>
            <a:r>
              <a:rPr lang="en-US" sz="3200" dirty="0"/>
              <a:t>Phase Shifter Efficiency – 500nm Wire Distance</a:t>
            </a:r>
          </a:p>
        </p:txBody>
      </p:sp>
      <p:pic>
        <p:nvPicPr>
          <p:cNvPr id="5" name="Picture 4">
            <a:extLst>
              <a:ext uri="{FF2B5EF4-FFF2-40B4-BE49-F238E27FC236}">
                <a16:creationId xmlns:a16="http://schemas.microsoft.com/office/drawing/2014/main" id="{12B0418B-2657-AFA3-9642-8EEBEC0AA7EB}"/>
              </a:ext>
            </a:extLst>
          </p:cNvPr>
          <p:cNvPicPr>
            <a:picLocks noChangeAspect="1"/>
          </p:cNvPicPr>
          <p:nvPr/>
        </p:nvPicPr>
        <p:blipFill>
          <a:blip r:embed="rId2"/>
          <a:stretch>
            <a:fillRect/>
          </a:stretch>
        </p:blipFill>
        <p:spPr>
          <a:xfrm>
            <a:off x="6858000" y="1876011"/>
            <a:ext cx="5334000" cy="4000500"/>
          </a:xfrm>
          <a:prstGeom prst="rect">
            <a:avLst/>
          </a:prstGeom>
        </p:spPr>
      </p:pic>
      <p:graphicFrame>
        <p:nvGraphicFramePr>
          <p:cNvPr id="6" name="Table 5">
            <a:extLst>
              <a:ext uri="{FF2B5EF4-FFF2-40B4-BE49-F238E27FC236}">
                <a16:creationId xmlns:a16="http://schemas.microsoft.com/office/drawing/2014/main" id="{26EFD662-C8E0-A662-ECB4-16232BE24A76}"/>
              </a:ext>
            </a:extLst>
          </p:cNvPr>
          <p:cNvGraphicFramePr>
            <a:graphicFrameLocks noGrp="1"/>
          </p:cNvGraphicFramePr>
          <p:nvPr>
            <p:extLst>
              <p:ext uri="{D42A27DB-BD31-4B8C-83A1-F6EECF244321}">
                <p14:modId xmlns:p14="http://schemas.microsoft.com/office/powerpoint/2010/main" val="1647930827"/>
              </p:ext>
            </p:extLst>
          </p:nvPr>
        </p:nvGraphicFramePr>
        <p:xfrm>
          <a:off x="660375" y="3425806"/>
          <a:ext cx="5890572" cy="835036"/>
        </p:xfrm>
        <a:graphic>
          <a:graphicData uri="http://schemas.openxmlformats.org/drawingml/2006/table">
            <a:tbl>
              <a:tblPr firstRow="1" bandRow="1">
                <a:tableStyleId>{9D7B26C5-4107-4FEC-AEDC-1716B250A1EF}</a:tableStyleId>
              </a:tblPr>
              <a:tblGrid>
                <a:gridCol w="1472643">
                  <a:extLst>
                    <a:ext uri="{9D8B030D-6E8A-4147-A177-3AD203B41FA5}">
                      <a16:colId xmlns:a16="http://schemas.microsoft.com/office/drawing/2014/main" val="1238669237"/>
                    </a:ext>
                  </a:extLst>
                </a:gridCol>
                <a:gridCol w="1472643">
                  <a:extLst>
                    <a:ext uri="{9D8B030D-6E8A-4147-A177-3AD203B41FA5}">
                      <a16:colId xmlns:a16="http://schemas.microsoft.com/office/drawing/2014/main" val="147672434"/>
                    </a:ext>
                  </a:extLst>
                </a:gridCol>
                <a:gridCol w="1472643">
                  <a:extLst>
                    <a:ext uri="{9D8B030D-6E8A-4147-A177-3AD203B41FA5}">
                      <a16:colId xmlns:a16="http://schemas.microsoft.com/office/drawing/2014/main" val="3821260557"/>
                    </a:ext>
                  </a:extLst>
                </a:gridCol>
                <a:gridCol w="1472643">
                  <a:extLst>
                    <a:ext uri="{9D8B030D-6E8A-4147-A177-3AD203B41FA5}">
                      <a16:colId xmlns:a16="http://schemas.microsoft.com/office/drawing/2014/main" val="3998659971"/>
                    </a:ext>
                  </a:extLst>
                </a:gridCol>
              </a:tblGrid>
              <a:tr h="417518">
                <a:tc>
                  <a:txBody>
                    <a:bodyPr/>
                    <a:lstStyle/>
                    <a:p>
                      <a:r>
                        <a:rPr lang="en-US" sz="2100" dirty="0"/>
                        <a:t>Aluminum</a:t>
                      </a:r>
                    </a:p>
                  </a:txBody>
                  <a:tcPr marL="82835" marR="82835" marT="41418" marB="41418"/>
                </a:tc>
                <a:tc>
                  <a:txBody>
                    <a:bodyPr/>
                    <a:lstStyle/>
                    <a:p>
                      <a:r>
                        <a:rPr lang="en-US" sz="2100" dirty="0"/>
                        <a:t>Copper</a:t>
                      </a:r>
                    </a:p>
                  </a:txBody>
                  <a:tcPr marL="82835" marR="82835" marT="41418" marB="41418"/>
                </a:tc>
                <a:tc>
                  <a:txBody>
                    <a:bodyPr/>
                    <a:lstStyle/>
                    <a:p>
                      <a:r>
                        <a:rPr lang="en-US" sz="2100" dirty="0"/>
                        <a:t>Gold</a:t>
                      </a:r>
                    </a:p>
                  </a:txBody>
                  <a:tcPr marL="82835" marR="82835" marT="41418" marB="41418"/>
                </a:tc>
                <a:tc>
                  <a:txBody>
                    <a:bodyPr/>
                    <a:lstStyle/>
                    <a:p>
                      <a:r>
                        <a:rPr lang="en-US" sz="2100" dirty="0"/>
                        <a:t>Silver</a:t>
                      </a:r>
                    </a:p>
                  </a:txBody>
                  <a:tcPr marL="82835" marR="82835" marT="41418" marB="41418"/>
                </a:tc>
                <a:extLst>
                  <a:ext uri="{0D108BD9-81ED-4DB2-BD59-A6C34878D82A}">
                    <a16:rowId xmlns:a16="http://schemas.microsoft.com/office/drawing/2014/main" val="1492468584"/>
                  </a:ext>
                </a:extLst>
              </a:tr>
              <a:tr h="417518">
                <a:tc>
                  <a:txBody>
                    <a:bodyPr/>
                    <a:lstStyle/>
                    <a:p>
                      <a:r>
                        <a:rPr lang="en-US" sz="2100"/>
                        <a:t>40.564</a:t>
                      </a:r>
                    </a:p>
                  </a:txBody>
                  <a:tcPr marL="82835" marR="82835" marT="41418" marB="41418"/>
                </a:tc>
                <a:tc>
                  <a:txBody>
                    <a:bodyPr/>
                    <a:lstStyle/>
                    <a:p>
                      <a:r>
                        <a:rPr lang="en-US" sz="2100"/>
                        <a:t>40.5834</a:t>
                      </a:r>
                    </a:p>
                  </a:txBody>
                  <a:tcPr marL="82835" marR="82835" marT="41418" marB="41418"/>
                </a:tc>
                <a:tc>
                  <a:txBody>
                    <a:bodyPr/>
                    <a:lstStyle/>
                    <a:p>
                      <a:r>
                        <a:rPr lang="en-US" sz="2100"/>
                        <a:t>40.587</a:t>
                      </a:r>
                    </a:p>
                  </a:txBody>
                  <a:tcPr marL="82835" marR="82835" marT="41418" marB="41418"/>
                </a:tc>
                <a:tc>
                  <a:txBody>
                    <a:bodyPr/>
                    <a:lstStyle/>
                    <a:p>
                      <a:r>
                        <a:rPr lang="en-US" sz="2100" dirty="0"/>
                        <a:t>40.570</a:t>
                      </a:r>
                    </a:p>
                  </a:txBody>
                  <a:tcPr marL="82835" marR="82835" marT="41418" marB="41418"/>
                </a:tc>
                <a:extLst>
                  <a:ext uri="{0D108BD9-81ED-4DB2-BD59-A6C34878D82A}">
                    <a16:rowId xmlns:a16="http://schemas.microsoft.com/office/drawing/2014/main" val="667751040"/>
                  </a:ext>
                </a:extLst>
              </a:tr>
            </a:tbl>
          </a:graphicData>
        </a:graphic>
      </p:graphicFrame>
      <p:sp>
        <p:nvSpPr>
          <p:cNvPr id="7" name="TextBox 6">
            <a:extLst>
              <a:ext uri="{FF2B5EF4-FFF2-40B4-BE49-F238E27FC236}">
                <a16:creationId xmlns:a16="http://schemas.microsoft.com/office/drawing/2014/main" id="{F8A60955-5B5F-1EFD-A8A2-D693F5B922D0}"/>
              </a:ext>
            </a:extLst>
          </p:cNvPr>
          <p:cNvSpPr txBox="1"/>
          <p:nvPr/>
        </p:nvSpPr>
        <p:spPr>
          <a:xfrm>
            <a:off x="2088599" y="2497117"/>
            <a:ext cx="3034124" cy="830997"/>
          </a:xfrm>
          <a:prstGeom prst="rect">
            <a:avLst/>
          </a:prstGeom>
          <a:noFill/>
        </p:spPr>
        <p:txBody>
          <a:bodyPr wrap="square" rtlCol="0">
            <a:spAutoFit/>
          </a:bodyPr>
          <a:lstStyle/>
          <a:p>
            <a:pPr algn="ctr"/>
            <a:r>
              <a:rPr lang="en-US" sz="2800" dirty="0"/>
              <a:t>Tuning Efficiency </a:t>
            </a:r>
          </a:p>
          <a:p>
            <a:pPr algn="ctr"/>
            <a:r>
              <a:rPr lang="en-US" sz="2000" dirty="0"/>
              <a:t>[</a:t>
            </a:r>
            <a:r>
              <a:rPr lang="en-US" sz="2000" dirty="0" err="1"/>
              <a:t>mW</a:t>
            </a:r>
            <a:r>
              <a:rPr lang="en-US" sz="2000" dirty="0"/>
              <a:t>/FSR]</a:t>
            </a:r>
          </a:p>
        </p:txBody>
      </p:sp>
      <p:sp>
        <p:nvSpPr>
          <p:cNvPr id="9" name="Slide Number Placeholder 8">
            <a:extLst>
              <a:ext uri="{FF2B5EF4-FFF2-40B4-BE49-F238E27FC236}">
                <a16:creationId xmlns:a16="http://schemas.microsoft.com/office/drawing/2014/main" id="{3C1EA6B8-C368-604B-1A21-8660415C77D0}"/>
              </a:ext>
            </a:extLst>
          </p:cNvPr>
          <p:cNvSpPr>
            <a:spLocks noGrp="1"/>
          </p:cNvSpPr>
          <p:nvPr>
            <p:ph type="sldNum" sz="quarter" idx="4"/>
          </p:nvPr>
        </p:nvSpPr>
        <p:spPr/>
        <p:txBody>
          <a:bodyPr/>
          <a:lstStyle/>
          <a:p>
            <a:fld id="{D6BC0CF7-1C3B-49E0-BE83-9776BE0C4175}" type="slidenum">
              <a:rPr lang="en-US" smtClean="0"/>
              <a:t>11</a:t>
            </a:fld>
            <a:endParaRPr lang="en-US"/>
          </a:p>
        </p:txBody>
      </p:sp>
    </p:spTree>
    <p:extLst>
      <p:ext uri="{BB962C8B-B14F-4D97-AF65-F5344CB8AC3E}">
        <p14:creationId xmlns:p14="http://schemas.microsoft.com/office/powerpoint/2010/main" val="27624673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851A8-3994-F086-4F66-DE965137B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953AE-019B-B7A3-7B5F-A0CC39CE87A9}"/>
              </a:ext>
            </a:extLst>
          </p:cNvPr>
          <p:cNvSpPr>
            <a:spLocks noGrp="1"/>
          </p:cNvSpPr>
          <p:nvPr>
            <p:ph type="title"/>
          </p:nvPr>
        </p:nvSpPr>
        <p:spPr>
          <a:xfrm>
            <a:off x="407096" y="1113422"/>
            <a:ext cx="10936893" cy="677108"/>
          </a:xfrm>
        </p:spPr>
        <p:txBody>
          <a:bodyPr/>
          <a:lstStyle/>
          <a:p>
            <a:r>
              <a:rPr lang="en-US" sz="3200" dirty="0"/>
              <a:t>Phase Shifter Efficiency – 1um Wire Distance</a:t>
            </a:r>
          </a:p>
        </p:txBody>
      </p:sp>
      <p:pic>
        <p:nvPicPr>
          <p:cNvPr id="5" name="Picture 4">
            <a:extLst>
              <a:ext uri="{FF2B5EF4-FFF2-40B4-BE49-F238E27FC236}">
                <a16:creationId xmlns:a16="http://schemas.microsoft.com/office/drawing/2014/main" id="{5F48085F-BFD1-7351-715F-B47D6237201C}"/>
              </a:ext>
            </a:extLst>
          </p:cNvPr>
          <p:cNvPicPr>
            <a:picLocks noChangeAspect="1"/>
          </p:cNvPicPr>
          <p:nvPr/>
        </p:nvPicPr>
        <p:blipFill>
          <a:blip r:embed="rId2"/>
          <a:stretch>
            <a:fillRect/>
          </a:stretch>
        </p:blipFill>
        <p:spPr>
          <a:xfrm>
            <a:off x="6886161" y="1790530"/>
            <a:ext cx="5334000" cy="4000500"/>
          </a:xfrm>
          <a:prstGeom prst="rect">
            <a:avLst/>
          </a:prstGeom>
        </p:spPr>
      </p:pic>
      <p:graphicFrame>
        <p:nvGraphicFramePr>
          <p:cNvPr id="6" name="Table 5">
            <a:extLst>
              <a:ext uri="{FF2B5EF4-FFF2-40B4-BE49-F238E27FC236}">
                <a16:creationId xmlns:a16="http://schemas.microsoft.com/office/drawing/2014/main" id="{2F8FE3BE-BA8D-83A6-661D-D3FDFA5A6A68}"/>
              </a:ext>
            </a:extLst>
          </p:cNvPr>
          <p:cNvGraphicFramePr>
            <a:graphicFrameLocks noGrp="1"/>
          </p:cNvGraphicFramePr>
          <p:nvPr>
            <p:extLst>
              <p:ext uri="{D42A27DB-BD31-4B8C-83A1-F6EECF244321}">
                <p14:modId xmlns:p14="http://schemas.microsoft.com/office/powerpoint/2010/main" val="4168036787"/>
              </p:ext>
            </p:extLst>
          </p:nvPr>
        </p:nvGraphicFramePr>
        <p:xfrm>
          <a:off x="679913" y="3425806"/>
          <a:ext cx="5890572" cy="835036"/>
        </p:xfrm>
        <a:graphic>
          <a:graphicData uri="http://schemas.openxmlformats.org/drawingml/2006/table">
            <a:tbl>
              <a:tblPr firstRow="1" bandRow="1">
                <a:tableStyleId>{9D7B26C5-4107-4FEC-AEDC-1716B250A1EF}</a:tableStyleId>
              </a:tblPr>
              <a:tblGrid>
                <a:gridCol w="1472643">
                  <a:extLst>
                    <a:ext uri="{9D8B030D-6E8A-4147-A177-3AD203B41FA5}">
                      <a16:colId xmlns:a16="http://schemas.microsoft.com/office/drawing/2014/main" val="1238669237"/>
                    </a:ext>
                  </a:extLst>
                </a:gridCol>
                <a:gridCol w="1472643">
                  <a:extLst>
                    <a:ext uri="{9D8B030D-6E8A-4147-A177-3AD203B41FA5}">
                      <a16:colId xmlns:a16="http://schemas.microsoft.com/office/drawing/2014/main" val="147672434"/>
                    </a:ext>
                  </a:extLst>
                </a:gridCol>
                <a:gridCol w="1472643">
                  <a:extLst>
                    <a:ext uri="{9D8B030D-6E8A-4147-A177-3AD203B41FA5}">
                      <a16:colId xmlns:a16="http://schemas.microsoft.com/office/drawing/2014/main" val="3821260557"/>
                    </a:ext>
                  </a:extLst>
                </a:gridCol>
                <a:gridCol w="1472643">
                  <a:extLst>
                    <a:ext uri="{9D8B030D-6E8A-4147-A177-3AD203B41FA5}">
                      <a16:colId xmlns:a16="http://schemas.microsoft.com/office/drawing/2014/main" val="3998659971"/>
                    </a:ext>
                  </a:extLst>
                </a:gridCol>
              </a:tblGrid>
              <a:tr h="417518">
                <a:tc>
                  <a:txBody>
                    <a:bodyPr/>
                    <a:lstStyle/>
                    <a:p>
                      <a:r>
                        <a:rPr lang="en-US" sz="2100" dirty="0"/>
                        <a:t>Aluminum</a:t>
                      </a:r>
                    </a:p>
                  </a:txBody>
                  <a:tcPr marL="82835" marR="82835" marT="41418" marB="41418"/>
                </a:tc>
                <a:tc>
                  <a:txBody>
                    <a:bodyPr/>
                    <a:lstStyle/>
                    <a:p>
                      <a:r>
                        <a:rPr lang="en-US" sz="2100" dirty="0"/>
                        <a:t>Copper</a:t>
                      </a:r>
                    </a:p>
                  </a:txBody>
                  <a:tcPr marL="82835" marR="82835" marT="41418" marB="41418"/>
                </a:tc>
                <a:tc>
                  <a:txBody>
                    <a:bodyPr/>
                    <a:lstStyle/>
                    <a:p>
                      <a:r>
                        <a:rPr lang="en-US" sz="2100" dirty="0"/>
                        <a:t>Gold</a:t>
                      </a:r>
                    </a:p>
                  </a:txBody>
                  <a:tcPr marL="82835" marR="82835" marT="41418" marB="41418"/>
                </a:tc>
                <a:tc>
                  <a:txBody>
                    <a:bodyPr/>
                    <a:lstStyle/>
                    <a:p>
                      <a:r>
                        <a:rPr lang="en-US" sz="2100" dirty="0"/>
                        <a:t>Silver</a:t>
                      </a:r>
                    </a:p>
                  </a:txBody>
                  <a:tcPr marL="82835" marR="82835" marT="41418" marB="41418"/>
                </a:tc>
                <a:extLst>
                  <a:ext uri="{0D108BD9-81ED-4DB2-BD59-A6C34878D82A}">
                    <a16:rowId xmlns:a16="http://schemas.microsoft.com/office/drawing/2014/main" val="1492468584"/>
                  </a:ext>
                </a:extLst>
              </a:tr>
              <a:tr h="417518">
                <a:tc>
                  <a:txBody>
                    <a:bodyPr/>
                    <a:lstStyle/>
                    <a:p>
                      <a:r>
                        <a:rPr lang="en-US" sz="2100"/>
                        <a:t>46.285</a:t>
                      </a:r>
                    </a:p>
                  </a:txBody>
                  <a:tcPr marL="82835" marR="82835" marT="41418" marB="41418"/>
                </a:tc>
                <a:tc>
                  <a:txBody>
                    <a:bodyPr/>
                    <a:lstStyle/>
                    <a:p>
                      <a:r>
                        <a:rPr lang="en-US" sz="2100"/>
                        <a:t>46.315</a:t>
                      </a:r>
                    </a:p>
                  </a:txBody>
                  <a:tcPr marL="82835" marR="82835" marT="41418" marB="41418"/>
                </a:tc>
                <a:tc>
                  <a:txBody>
                    <a:bodyPr/>
                    <a:lstStyle/>
                    <a:p>
                      <a:r>
                        <a:rPr lang="en-US" sz="2100"/>
                        <a:t>46.311</a:t>
                      </a:r>
                    </a:p>
                  </a:txBody>
                  <a:tcPr marL="82835" marR="82835" marT="41418" marB="41418"/>
                </a:tc>
                <a:tc>
                  <a:txBody>
                    <a:bodyPr/>
                    <a:lstStyle/>
                    <a:p>
                      <a:r>
                        <a:rPr lang="en-US" sz="2100" dirty="0"/>
                        <a:t>46.3165</a:t>
                      </a:r>
                    </a:p>
                  </a:txBody>
                  <a:tcPr marL="82835" marR="82835" marT="41418" marB="41418"/>
                </a:tc>
                <a:extLst>
                  <a:ext uri="{0D108BD9-81ED-4DB2-BD59-A6C34878D82A}">
                    <a16:rowId xmlns:a16="http://schemas.microsoft.com/office/drawing/2014/main" val="667751040"/>
                  </a:ext>
                </a:extLst>
              </a:tr>
            </a:tbl>
          </a:graphicData>
        </a:graphic>
      </p:graphicFrame>
      <p:sp>
        <p:nvSpPr>
          <p:cNvPr id="7" name="TextBox 6">
            <a:extLst>
              <a:ext uri="{FF2B5EF4-FFF2-40B4-BE49-F238E27FC236}">
                <a16:creationId xmlns:a16="http://schemas.microsoft.com/office/drawing/2014/main" id="{789FE724-F8B6-83F9-2561-A5DB229D5EED}"/>
              </a:ext>
            </a:extLst>
          </p:cNvPr>
          <p:cNvSpPr txBox="1"/>
          <p:nvPr/>
        </p:nvSpPr>
        <p:spPr>
          <a:xfrm>
            <a:off x="1971368" y="2467809"/>
            <a:ext cx="3034124" cy="830997"/>
          </a:xfrm>
          <a:prstGeom prst="rect">
            <a:avLst/>
          </a:prstGeom>
          <a:noFill/>
        </p:spPr>
        <p:txBody>
          <a:bodyPr wrap="square" rtlCol="0">
            <a:spAutoFit/>
          </a:bodyPr>
          <a:lstStyle/>
          <a:p>
            <a:pPr algn="ctr"/>
            <a:r>
              <a:rPr lang="en-US" sz="2800" dirty="0"/>
              <a:t>Tuning Efficiency </a:t>
            </a:r>
          </a:p>
          <a:p>
            <a:pPr algn="ctr"/>
            <a:r>
              <a:rPr lang="en-US" sz="2000" dirty="0"/>
              <a:t>[</a:t>
            </a:r>
            <a:r>
              <a:rPr lang="en-US" sz="2000" dirty="0" err="1"/>
              <a:t>mW</a:t>
            </a:r>
            <a:r>
              <a:rPr lang="en-US" sz="2000" dirty="0"/>
              <a:t>/FSR]</a:t>
            </a:r>
          </a:p>
        </p:txBody>
      </p:sp>
      <p:sp>
        <p:nvSpPr>
          <p:cNvPr id="10" name="Slide Number Placeholder 9">
            <a:extLst>
              <a:ext uri="{FF2B5EF4-FFF2-40B4-BE49-F238E27FC236}">
                <a16:creationId xmlns:a16="http://schemas.microsoft.com/office/drawing/2014/main" id="{4D004058-28AD-BB3F-CB47-3DDFF5C21E72}"/>
              </a:ext>
            </a:extLst>
          </p:cNvPr>
          <p:cNvSpPr>
            <a:spLocks noGrp="1"/>
          </p:cNvSpPr>
          <p:nvPr>
            <p:ph type="sldNum" sz="quarter" idx="4"/>
          </p:nvPr>
        </p:nvSpPr>
        <p:spPr/>
        <p:txBody>
          <a:bodyPr/>
          <a:lstStyle/>
          <a:p>
            <a:fld id="{D6BC0CF7-1C3B-49E0-BE83-9776BE0C4175}" type="slidenum">
              <a:rPr lang="en-US" smtClean="0"/>
              <a:t>12</a:t>
            </a:fld>
            <a:endParaRPr lang="en-US"/>
          </a:p>
        </p:txBody>
      </p:sp>
    </p:spTree>
    <p:extLst>
      <p:ext uri="{BB962C8B-B14F-4D97-AF65-F5344CB8AC3E}">
        <p14:creationId xmlns:p14="http://schemas.microsoft.com/office/powerpoint/2010/main" val="8846160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35A63-124E-8F82-D9AA-8BCD8D85B3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1CF14-AF02-D503-4861-7DB39982DDC5}"/>
              </a:ext>
            </a:extLst>
          </p:cNvPr>
          <p:cNvSpPr>
            <a:spLocks noGrp="1"/>
          </p:cNvSpPr>
          <p:nvPr>
            <p:ph type="title"/>
          </p:nvPr>
        </p:nvSpPr>
        <p:spPr>
          <a:xfrm>
            <a:off x="407096" y="1113422"/>
            <a:ext cx="10936893" cy="677108"/>
          </a:xfrm>
        </p:spPr>
        <p:txBody>
          <a:bodyPr/>
          <a:lstStyle/>
          <a:p>
            <a:r>
              <a:rPr lang="en-US" sz="3200" dirty="0"/>
              <a:t>Phase Shifter Efficiency – Summarized Results</a:t>
            </a:r>
          </a:p>
        </p:txBody>
      </p:sp>
      <p:sp>
        <p:nvSpPr>
          <p:cNvPr id="3" name="Content Placeholder 2">
            <a:extLst>
              <a:ext uri="{FF2B5EF4-FFF2-40B4-BE49-F238E27FC236}">
                <a16:creationId xmlns:a16="http://schemas.microsoft.com/office/drawing/2014/main" id="{7AF1C52C-C50B-EDC5-F2EA-7FBC596297EA}"/>
              </a:ext>
            </a:extLst>
          </p:cNvPr>
          <p:cNvSpPr>
            <a:spLocks noGrp="1"/>
          </p:cNvSpPr>
          <p:nvPr>
            <p:ph idx="1"/>
          </p:nvPr>
        </p:nvSpPr>
        <p:spPr>
          <a:xfrm>
            <a:off x="407095" y="1790530"/>
            <a:ext cx="10936893" cy="452945"/>
          </a:xfrm>
        </p:spPr>
        <p:txBody>
          <a:bodyPr/>
          <a:lstStyle/>
          <a:p>
            <a:r>
              <a:rPr lang="en-US" dirty="0"/>
              <a:t>Aluminum was the overall best performing wire material for all wire distances</a:t>
            </a:r>
            <a:endParaRPr lang="en-US"/>
          </a:p>
        </p:txBody>
      </p:sp>
      <p:graphicFrame>
        <p:nvGraphicFramePr>
          <p:cNvPr id="4" name="Table 3">
            <a:extLst>
              <a:ext uri="{FF2B5EF4-FFF2-40B4-BE49-F238E27FC236}">
                <a16:creationId xmlns:a16="http://schemas.microsoft.com/office/drawing/2014/main" id="{B57E99A3-6B1D-064B-1B25-4846B517B25D}"/>
              </a:ext>
            </a:extLst>
          </p:cNvPr>
          <p:cNvGraphicFramePr>
            <a:graphicFrameLocks noGrp="1"/>
          </p:cNvGraphicFramePr>
          <p:nvPr>
            <p:extLst>
              <p:ext uri="{D42A27DB-BD31-4B8C-83A1-F6EECF244321}">
                <p14:modId xmlns:p14="http://schemas.microsoft.com/office/powerpoint/2010/main" val="3278066746"/>
              </p:ext>
            </p:extLst>
          </p:nvPr>
        </p:nvGraphicFramePr>
        <p:xfrm>
          <a:off x="2389435" y="2528697"/>
          <a:ext cx="7413130" cy="2380140"/>
        </p:xfrm>
        <a:graphic>
          <a:graphicData uri="http://schemas.openxmlformats.org/drawingml/2006/table">
            <a:tbl>
              <a:tblPr firstRow="1" bandRow="1">
                <a:tableStyleId>{073A0DAA-6AF3-43AB-8588-CEC1D06C72B9}</a:tableStyleId>
              </a:tblPr>
              <a:tblGrid>
                <a:gridCol w="1482626">
                  <a:extLst>
                    <a:ext uri="{9D8B030D-6E8A-4147-A177-3AD203B41FA5}">
                      <a16:colId xmlns:a16="http://schemas.microsoft.com/office/drawing/2014/main" val="4119039348"/>
                    </a:ext>
                  </a:extLst>
                </a:gridCol>
                <a:gridCol w="1482626">
                  <a:extLst>
                    <a:ext uri="{9D8B030D-6E8A-4147-A177-3AD203B41FA5}">
                      <a16:colId xmlns:a16="http://schemas.microsoft.com/office/drawing/2014/main" val="1238669237"/>
                    </a:ext>
                  </a:extLst>
                </a:gridCol>
                <a:gridCol w="1482626">
                  <a:extLst>
                    <a:ext uri="{9D8B030D-6E8A-4147-A177-3AD203B41FA5}">
                      <a16:colId xmlns:a16="http://schemas.microsoft.com/office/drawing/2014/main" val="147672434"/>
                    </a:ext>
                  </a:extLst>
                </a:gridCol>
                <a:gridCol w="1482626">
                  <a:extLst>
                    <a:ext uri="{9D8B030D-6E8A-4147-A177-3AD203B41FA5}">
                      <a16:colId xmlns:a16="http://schemas.microsoft.com/office/drawing/2014/main" val="3821260557"/>
                    </a:ext>
                  </a:extLst>
                </a:gridCol>
                <a:gridCol w="1482626">
                  <a:extLst>
                    <a:ext uri="{9D8B030D-6E8A-4147-A177-3AD203B41FA5}">
                      <a16:colId xmlns:a16="http://schemas.microsoft.com/office/drawing/2014/main" val="3998659971"/>
                    </a:ext>
                  </a:extLst>
                </a:gridCol>
              </a:tblGrid>
              <a:tr h="582865">
                <a:tc>
                  <a:txBody>
                    <a:bodyPr/>
                    <a:lstStyle/>
                    <a:p>
                      <a:pPr marL="0" marR="0" lvl="0" indent="0" algn="l" defTabSz="617181" rtl="0" eaLnBrk="1" fontAlgn="auto" latinLnBrk="0" hangingPunct="1">
                        <a:lnSpc>
                          <a:spcPct val="100000"/>
                        </a:lnSpc>
                        <a:spcBef>
                          <a:spcPts val="0"/>
                        </a:spcBef>
                        <a:spcAft>
                          <a:spcPts val="0"/>
                        </a:spcAft>
                        <a:buClrTx/>
                        <a:buSzTx/>
                        <a:buFontTx/>
                        <a:buNone/>
                        <a:tabLst/>
                        <a:defRPr/>
                      </a:pPr>
                      <a:r>
                        <a:rPr lang="en-US" sz="2100" dirty="0"/>
                        <a:t>Wire Distance</a:t>
                      </a:r>
                    </a:p>
                  </a:txBody>
                  <a:tcPr marL="82835" marR="82835" marT="41418" marB="41418"/>
                </a:tc>
                <a:tc gridSpan="4">
                  <a:txBody>
                    <a:bodyPr/>
                    <a:lstStyle/>
                    <a:p>
                      <a:pPr algn="ctr"/>
                      <a:r>
                        <a:rPr lang="en-US" sz="2100" dirty="0"/>
                        <a:t>Materials</a:t>
                      </a:r>
                    </a:p>
                    <a:p>
                      <a:pPr algn="ctr"/>
                      <a:r>
                        <a:rPr lang="en-US" sz="2100" dirty="0"/>
                        <a:t>Tuning Efficiency [</a:t>
                      </a:r>
                      <a:r>
                        <a:rPr lang="en-US" sz="2400" dirty="0" err="1"/>
                        <a:t>mW</a:t>
                      </a:r>
                      <a:r>
                        <a:rPr lang="en-US" sz="2400" dirty="0"/>
                        <a:t>/FSR</a:t>
                      </a:r>
                      <a:r>
                        <a:rPr lang="en-US" sz="2100" dirty="0"/>
                        <a:t>]</a:t>
                      </a:r>
                    </a:p>
                  </a:txBody>
                  <a:tcPr marL="82835" marR="82835" marT="41418" marB="41418"/>
                </a:tc>
                <a:tc hMerge="1">
                  <a:txBody>
                    <a:bodyPr/>
                    <a:lstStyle/>
                    <a:p>
                      <a:endParaRPr lang="en-US" sz="2100" dirty="0"/>
                    </a:p>
                  </a:txBody>
                  <a:tcPr marL="82835" marR="82835" marT="41418" marB="41418"/>
                </a:tc>
                <a:tc hMerge="1">
                  <a:txBody>
                    <a:bodyPr/>
                    <a:lstStyle/>
                    <a:p>
                      <a:endParaRPr lang="en-US" sz="2100" dirty="0"/>
                    </a:p>
                  </a:txBody>
                  <a:tcPr marL="82835" marR="82835" marT="41418" marB="41418"/>
                </a:tc>
                <a:tc hMerge="1">
                  <a:txBody>
                    <a:bodyPr/>
                    <a:lstStyle/>
                    <a:p>
                      <a:endParaRPr lang="en-US" sz="2100" dirty="0"/>
                    </a:p>
                  </a:txBody>
                  <a:tcPr marL="82835" marR="82835" marT="41418" marB="41418"/>
                </a:tc>
                <a:extLst>
                  <a:ext uri="{0D108BD9-81ED-4DB2-BD59-A6C34878D82A}">
                    <a16:rowId xmlns:a16="http://schemas.microsoft.com/office/drawing/2014/main" val="118725165"/>
                  </a:ext>
                </a:extLst>
              </a:tr>
              <a:tr h="225151">
                <a:tc>
                  <a:txBody>
                    <a:bodyPr/>
                    <a:lstStyle/>
                    <a:p>
                      <a:endParaRPr lang="en-US" sz="2100" dirty="0"/>
                    </a:p>
                  </a:txBody>
                  <a:tcPr marL="82835" marR="82835" marT="41418" marB="41418"/>
                </a:tc>
                <a:tc>
                  <a:txBody>
                    <a:bodyPr/>
                    <a:lstStyle/>
                    <a:p>
                      <a:r>
                        <a:rPr lang="en-US" sz="2100" dirty="0"/>
                        <a:t>Aluminum</a:t>
                      </a:r>
                    </a:p>
                  </a:txBody>
                  <a:tcPr marL="82835" marR="82835" marT="41418" marB="41418"/>
                </a:tc>
                <a:tc>
                  <a:txBody>
                    <a:bodyPr/>
                    <a:lstStyle/>
                    <a:p>
                      <a:r>
                        <a:rPr lang="en-US" sz="2100" dirty="0"/>
                        <a:t>Copper</a:t>
                      </a:r>
                    </a:p>
                  </a:txBody>
                  <a:tcPr marL="82835" marR="82835" marT="41418" marB="41418"/>
                </a:tc>
                <a:tc>
                  <a:txBody>
                    <a:bodyPr/>
                    <a:lstStyle/>
                    <a:p>
                      <a:r>
                        <a:rPr lang="en-US" sz="2100" dirty="0"/>
                        <a:t>Gold</a:t>
                      </a:r>
                    </a:p>
                  </a:txBody>
                  <a:tcPr marL="82835" marR="82835" marT="41418" marB="41418"/>
                </a:tc>
                <a:tc>
                  <a:txBody>
                    <a:bodyPr/>
                    <a:lstStyle/>
                    <a:p>
                      <a:r>
                        <a:rPr lang="en-US" sz="2100" dirty="0"/>
                        <a:t>Silver</a:t>
                      </a:r>
                    </a:p>
                  </a:txBody>
                  <a:tcPr marL="82835" marR="82835" marT="41418" marB="41418"/>
                </a:tc>
                <a:extLst>
                  <a:ext uri="{0D108BD9-81ED-4DB2-BD59-A6C34878D82A}">
                    <a16:rowId xmlns:a16="http://schemas.microsoft.com/office/drawing/2014/main" val="1492468584"/>
                  </a:ext>
                </a:extLst>
              </a:tr>
              <a:tr h="225151">
                <a:tc>
                  <a:txBody>
                    <a:bodyPr/>
                    <a:lstStyle/>
                    <a:p>
                      <a:r>
                        <a:rPr lang="en-US" sz="2100" dirty="0"/>
                        <a:t>200 [nm]</a:t>
                      </a:r>
                    </a:p>
                  </a:txBody>
                  <a:tcPr marL="82835" marR="82835" marT="41418" marB="41418"/>
                </a:tc>
                <a:tc>
                  <a:txBody>
                    <a:bodyPr/>
                    <a:lstStyle/>
                    <a:p>
                      <a:r>
                        <a:rPr lang="en-US" sz="2100"/>
                        <a:t>36.6025</a:t>
                      </a:r>
                    </a:p>
                  </a:txBody>
                  <a:tcPr marL="82835" marR="82835" marT="41418" marB="41418"/>
                </a:tc>
                <a:tc>
                  <a:txBody>
                    <a:bodyPr/>
                    <a:lstStyle/>
                    <a:p>
                      <a:r>
                        <a:rPr lang="en-US" sz="2100"/>
                        <a:t>36.677</a:t>
                      </a:r>
                    </a:p>
                  </a:txBody>
                  <a:tcPr marL="82835" marR="82835" marT="41418" marB="41418"/>
                </a:tc>
                <a:tc>
                  <a:txBody>
                    <a:bodyPr/>
                    <a:lstStyle/>
                    <a:p>
                      <a:r>
                        <a:rPr lang="en-US" sz="2100"/>
                        <a:t>36.663</a:t>
                      </a:r>
                    </a:p>
                  </a:txBody>
                  <a:tcPr marL="82835" marR="82835" marT="41418" marB="41418"/>
                </a:tc>
                <a:tc>
                  <a:txBody>
                    <a:bodyPr/>
                    <a:lstStyle/>
                    <a:p>
                      <a:r>
                        <a:rPr lang="en-US" sz="2100" dirty="0"/>
                        <a:t>36.681</a:t>
                      </a:r>
                    </a:p>
                  </a:txBody>
                  <a:tcPr marL="82835" marR="82835" marT="41418" marB="41418"/>
                </a:tc>
                <a:extLst>
                  <a:ext uri="{0D108BD9-81ED-4DB2-BD59-A6C34878D82A}">
                    <a16:rowId xmlns:a16="http://schemas.microsoft.com/office/drawing/2014/main" val="667751040"/>
                  </a:ext>
                </a:extLst>
              </a:tr>
              <a:tr h="225151">
                <a:tc>
                  <a:txBody>
                    <a:bodyPr/>
                    <a:lstStyle/>
                    <a:p>
                      <a:r>
                        <a:rPr lang="en-US" sz="2100" dirty="0"/>
                        <a:t>500 [nm]</a:t>
                      </a:r>
                    </a:p>
                  </a:txBody>
                  <a:tcPr marL="82835" marR="82835" marT="41418" marB="41418"/>
                </a:tc>
                <a:tc>
                  <a:txBody>
                    <a:bodyPr/>
                    <a:lstStyle/>
                    <a:p>
                      <a:r>
                        <a:rPr lang="en-US" sz="2100"/>
                        <a:t>40.564</a:t>
                      </a:r>
                    </a:p>
                  </a:txBody>
                  <a:tcPr marL="82835" marR="82835" marT="41418" marB="41418"/>
                </a:tc>
                <a:tc>
                  <a:txBody>
                    <a:bodyPr/>
                    <a:lstStyle/>
                    <a:p>
                      <a:r>
                        <a:rPr lang="en-US" sz="2100"/>
                        <a:t>40.5834</a:t>
                      </a:r>
                    </a:p>
                  </a:txBody>
                  <a:tcPr marL="82835" marR="82835" marT="41418" marB="41418"/>
                </a:tc>
                <a:tc>
                  <a:txBody>
                    <a:bodyPr/>
                    <a:lstStyle/>
                    <a:p>
                      <a:r>
                        <a:rPr lang="en-US" sz="2100"/>
                        <a:t>40.587</a:t>
                      </a:r>
                    </a:p>
                  </a:txBody>
                  <a:tcPr marL="82835" marR="82835" marT="41418" marB="41418"/>
                </a:tc>
                <a:tc>
                  <a:txBody>
                    <a:bodyPr/>
                    <a:lstStyle/>
                    <a:p>
                      <a:r>
                        <a:rPr lang="en-US" sz="2100" dirty="0"/>
                        <a:t>40.570</a:t>
                      </a:r>
                    </a:p>
                  </a:txBody>
                  <a:tcPr marL="82835" marR="82835" marT="41418" marB="41418"/>
                </a:tc>
                <a:extLst>
                  <a:ext uri="{0D108BD9-81ED-4DB2-BD59-A6C34878D82A}">
                    <a16:rowId xmlns:a16="http://schemas.microsoft.com/office/drawing/2014/main" val="3618720743"/>
                  </a:ext>
                </a:extLst>
              </a:tr>
              <a:tr h="225151">
                <a:tc>
                  <a:txBody>
                    <a:bodyPr/>
                    <a:lstStyle/>
                    <a:p>
                      <a:r>
                        <a:rPr lang="en-US" sz="2100" dirty="0"/>
                        <a:t>1     [um]</a:t>
                      </a:r>
                    </a:p>
                  </a:txBody>
                  <a:tcPr marL="82835" marR="82835" marT="41418" marB="41418"/>
                </a:tc>
                <a:tc>
                  <a:txBody>
                    <a:bodyPr/>
                    <a:lstStyle/>
                    <a:p>
                      <a:r>
                        <a:rPr lang="en-US" sz="2100"/>
                        <a:t>46.285</a:t>
                      </a:r>
                    </a:p>
                  </a:txBody>
                  <a:tcPr marL="82835" marR="82835" marT="41418" marB="41418"/>
                </a:tc>
                <a:tc>
                  <a:txBody>
                    <a:bodyPr/>
                    <a:lstStyle/>
                    <a:p>
                      <a:r>
                        <a:rPr lang="en-US" sz="2100"/>
                        <a:t>46.315</a:t>
                      </a:r>
                    </a:p>
                  </a:txBody>
                  <a:tcPr marL="82835" marR="82835" marT="41418" marB="41418"/>
                </a:tc>
                <a:tc>
                  <a:txBody>
                    <a:bodyPr/>
                    <a:lstStyle/>
                    <a:p>
                      <a:r>
                        <a:rPr lang="en-US" sz="2100"/>
                        <a:t>46.311</a:t>
                      </a:r>
                    </a:p>
                  </a:txBody>
                  <a:tcPr marL="82835" marR="82835" marT="41418" marB="41418"/>
                </a:tc>
                <a:tc>
                  <a:txBody>
                    <a:bodyPr/>
                    <a:lstStyle/>
                    <a:p>
                      <a:r>
                        <a:rPr lang="en-US" sz="2100" dirty="0"/>
                        <a:t>46.3165</a:t>
                      </a:r>
                    </a:p>
                  </a:txBody>
                  <a:tcPr marL="82835" marR="82835" marT="41418" marB="41418"/>
                </a:tc>
                <a:extLst>
                  <a:ext uri="{0D108BD9-81ED-4DB2-BD59-A6C34878D82A}">
                    <a16:rowId xmlns:a16="http://schemas.microsoft.com/office/drawing/2014/main" val="762255292"/>
                  </a:ext>
                </a:extLst>
              </a:tr>
            </a:tbl>
          </a:graphicData>
        </a:graphic>
      </p:graphicFrame>
      <p:sp>
        <p:nvSpPr>
          <p:cNvPr id="7" name="Slide Number Placeholder 6">
            <a:extLst>
              <a:ext uri="{FF2B5EF4-FFF2-40B4-BE49-F238E27FC236}">
                <a16:creationId xmlns:a16="http://schemas.microsoft.com/office/drawing/2014/main" id="{1EADFC5B-637E-685F-3595-AD232740DEC3}"/>
              </a:ext>
            </a:extLst>
          </p:cNvPr>
          <p:cNvSpPr>
            <a:spLocks noGrp="1"/>
          </p:cNvSpPr>
          <p:nvPr>
            <p:ph type="sldNum" sz="quarter" idx="4"/>
          </p:nvPr>
        </p:nvSpPr>
        <p:spPr/>
        <p:txBody>
          <a:bodyPr/>
          <a:lstStyle/>
          <a:p>
            <a:fld id="{D6BC0CF7-1C3B-49E0-BE83-9776BE0C4175}" type="slidenum">
              <a:rPr lang="en-US" smtClean="0"/>
              <a:t>13</a:t>
            </a:fld>
            <a:endParaRPr lang="en-US"/>
          </a:p>
        </p:txBody>
      </p:sp>
    </p:spTree>
    <p:extLst>
      <p:ext uri="{BB962C8B-B14F-4D97-AF65-F5344CB8AC3E}">
        <p14:creationId xmlns:p14="http://schemas.microsoft.com/office/powerpoint/2010/main" val="35048040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0615-0222-1CAE-FA34-79CD8FEBA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D2FE8F-FE0D-28B4-8015-7FA54D9B8D4D}"/>
              </a:ext>
            </a:extLst>
          </p:cNvPr>
          <p:cNvSpPr>
            <a:spLocks noGrp="1"/>
          </p:cNvSpPr>
          <p:nvPr>
            <p:ph type="title"/>
          </p:nvPr>
        </p:nvSpPr>
        <p:spPr>
          <a:xfrm>
            <a:off x="407096" y="1113422"/>
            <a:ext cx="10936893" cy="677108"/>
          </a:xfrm>
        </p:spPr>
        <p:txBody>
          <a:bodyPr/>
          <a:lstStyle/>
          <a:p>
            <a:r>
              <a:rPr lang="en-US" sz="3200" dirty="0"/>
              <a:t>Optical Loss – Simulation Setup</a:t>
            </a:r>
          </a:p>
        </p:txBody>
      </p:sp>
      <p:sp>
        <p:nvSpPr>
          <p:cNvPr id="3" name="Content Placeholder 2">
            <a:extLst>
              <a:ext uri="{FF2B5EF4-FFF2-40B4-BE49-F238E27FC236}">
                <a16:creationId xmlns:a16="http://schemas.microsoft.com/office/drawing/2014/main" id="{68C129BC-EB15-4A15-52C3-E314152C2240}"/>
              </a:ext>
            </a:extLst>
          </p:cNvPr>
          <p:cNvSpPr>
            <a:spLocks noGrp="1"/>
          </p:cNvSpPr>
          <p:nvPr>
            <p:ph idx="1"/>
          </p:nvPr>
        </p:nvSpPr>
        <p:spPr>
          <a:xfrm>
            <a:off x="407095" y="1790530"/>
            <a:ext cx="10936893" cy="1202702"/>
          </a:xfrm>
        </p:spPr>
        <p:txBody>
          <a:bodyPr/>
          <a:lstStyle/>
          <a:p>
            <a:r>
              <a:rPr lang="en-US" dirty="0"/>
              <a:t>Optical loss = input transmission – output transmission</a:t>
            </a:r>
            <a:endParaRPr lang="en-US"/>
          </a:p>
          <a:p>
            <a:r>
              <a:rPr lang="en-US" dirty="0"/>
              <a:t>Optical loss only due to presence of wire</a:t>
            </a:r>
            <a:endParaRPr lang="en-US"/>
          </a:p>
          <a:p>
            <a:pPr lvl="1"/>
            <a:r>
              <a:rPr lang="en-US" dirty="0"/>
              <a:t>No sidewall scattering</a:t>
            </a:r>
            <a:endParaRPr lang="en-US"/>
          </a:p>
        </p:txBody>
      </p:sp>
      <p:pic>
        <p:nvPicPr>
          <p:cNvPr id="9" name="Picture 8" descr="A blue and brown line&#10;&#10;Description automatically generated">
            <a:extLst>
              <a:ext uri="{FF2B5EF4-FFF2-40B4-BE49-F238E27FC236}">
                <a16:creationId xmlns:a16="http://schemas.microsoft.com/office/drawing/2014/main" id="{C3CD1597-BFE5-E7A8-3494-87C45901A733}"/>
              </a:ext>
            </a:extLst>
          </p:cNvPr>
          <p:cNvPicPr>
            <a:picLocks noChangeAspect="1"/>
          </p:cNvPicPr>
          <p:nvPr/>
        </p:nvPicPr>
        <p:blipFill>
          <a:blip r:embed="rId2">
            <a:extLst>
              <a:ext uri="{28A0092B-C50C-407E-A947-70E740481C1C}">
                <a14:useLocalDpi xmlns:a14="http://schemas.microsoft.com/office/drawing/2010/main" val="0"/>
              </a:ext>
            </a:extLst>
          </a:blip>
          <a:srcRect l="3536" t="6665" r="3473" b="10577"/>
          <a:stretch/>
        </p:blipFill>
        <p:spPr>
          <a:xfrm>
            <a:off x="6475342" y="1669444"/>
            <a:ext cx="5536097" cy="2201605"/>
          </a:xfrm>
          <a:prstGeom prst="rect">
            <a:avLst/>
          </a:prstGeom>
        </p:spPr>
      </p:pic>
      <p:sp>
        <p:nvSpPr>
          <p:cNvPr id="7" name="Slide Number Placeholder 6">
            <a:extLst>
              <a:ext uri="{FF2B5EF4-FFF2-40B4-BE49-F238E27FC236}">
                <a16:creationId xmlns:a16="http://schemas.microsoft.com/office/drawing/2014/main" id="{E2E7E847-1B52-49A9-1EE3-CEE621547A87}"/>
              </a:ext>
            </a:extLst>
          </p:cNvPr>
          <p:cNvSpPr>
            <a:spLocks noGrp="1"/>
          </p:cNvSpPr>
          <p:nvPr>
            <p:ph type="sldNum" sz="quarter" idx="4"/>
          </p:nvPr>
        </p:nvSpPr>
        <p:spPr/>
        <p:txBody>
          <a:bodyPr/>
          <a:lstStyle/>
          <a:p>
            <a:fld id="{D6BC0CF7-1C3B-49E0-BE83-9776BE0C4175}" type="slidenum">
              <a:rPr lang="en-US" smtClean="0"/>
              <a:t>14</a:t>
            </a:fld>
            <a:endParaRPr lang="en-US"/>
          </a:p>
        </p:txBody>
      </p:sp>
      <p:pic>
        <p:nvPicPr>
          <p:cNvPr id="11" name="Picture 10" descr="A close up of a colorful rectangle&#10;&#10;Description automatically generated">
            <a:extLst>
              <a:ext uri="{FF2B5EF4-FFF2-40B4-BE49-F238E27FC236}">
                <a16:creationId xmlns:a16="http://schemas.microsoft.com/office/drawing/2014/main" id="{30B4CA00-C695-AD93-EF4A-D8E839065BC7}"/>
              </a:ext>
            </a:extLst>
          </p:cNvPr>
          <p:cNvPicPr>
            <a:picLocks noChangeAspect="1"/>
          </p:cNvPicPr>
          <p:nvPr/>
        </p:nvPicPr>
        <p:blipFill>
          <a:blip r:embed="rId3">
            <a:extLst>
              <a:ext uri="{28A0092B-C50C-407E-A947-70E740481C1C}">
                <a14:useLocalDpi xmlns:a14="http://schemas.microsoft.com/office/drawing/2010/main" val="0"/>
              </a:ext>
            </a:extLst>
          </a:blip>
          <a:srcRect t="9142" b="13282"/>
          <a:stretch/>
        </p:blipFill>
        <p:spPr>
          <a:xfrm>
            <a:off x="596347" y="4880113"/>
            <a:ext cx="7516083" cy="1475962"/>
          </a:xfrm>
          <a:prstGeom prst="rect">
            <a:avLst/>
          </a:prstGeom>
        </p:spPr>
      </p:pic>
      <p:sp>
        <p:nvSpPr>
          <p:cNvPr id="15" name="Callout: Line 14">
            <a:extLst>
              <a:ext uri="{FF2B5EF4-FFF2-40B4-BE49-F238E27FC236}">
                <a16:creationId xmlns:a16="http://schemas.microsoft.com/office/drawing/2014/main" id="{B377CD95-6EF3-54F0-8046-5E4387C452C1}"/>
              </a:ext>
            </a:extLst>
          </p:cNvPr>
          <p:cNvSpPr/>
          <p:nvPr/>
        </p:nvSpPr>
        <p:spPr>
          <a:xfrm>
            <a:off x="1585290" y="4087753"/>
            <a:ext cx="2022614" cy="526773"/>
          </a:xfrm>
          <a:prstGeom prst="borderCallout1">
            <a:avLst>
              <a:gd name="adj1" fmla="val 100123"/>
              <a:gd name="adj2" fmla="val 6585"/>
              <a:gd name="adj3" fmla="val 253699"/>
              <a:gd name="adj4" fmla="val -10107"/>
            </a:avLst>
          </a:prstGeom>
          <a:noFill/>
          <a:ln w="38100">
            <a:solidFill>
              <a:srgbClr val="FFC000"/>
            </a:solidFill>
            <a:headEnd type="none" w="med" len="med"/>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rPr>
              <a:t>Input Transmission Monitor</a:t>
            </a:r>
          </a:p>
        </p:txBody>
      </p:sp>
      <p:sp>
        <p:nvSpPr>
          <p:cNvPr id="16" name="Callout: Line 15">
            <a:extLst>
              <a:ext uri="{FF2B5EF4-FFF2-40B4-BE49-F238E27FC236}">
                <a16:creationId xmlns:a16="http://schemas.microsoft.com/office/drawing/2014/main" id="{49BF9225-D4A2-849D-1918-ED595089C6D3}"/>
              </a:ext>
            </a:extLst>
          </p:cNvPr>
          <p:cNvSpPr/>
          <p:nvPr/>
        </p:nvSpPr>
        <p:spPr>
          <a:xfrm>
            <a:off x="5296982" y="4132845"/>
            <a:ext cx="2118692" cy="526773"/>
          </a:xfrm>
          <a:prstGeom prst="borderCallout1">
            <a:avLst>
              <a:gd name="adj1" fmla="val 99070"/>
              <a:gd name="adj2" fmla="val 81930"/>
              <a:gd name="adj3" fmla="val 251704"/>
              <a:gd name="adj4" fmla="val 94178"/>
            </a:avLst>
          </a:prstGeom>
          <a:noFill/>
          <a:ln w="38100">
            <a:solidFill>
              <a:srgbClr val="FFC000"/>
            </a:solidFill>
            <a:headEnd type="none" w="med" len="med"/>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rPr>
              <a:t>Output Transmission Monitor</a:t>
            </a:r>
          </a:p>
        </p:txBody>
      </p:sp>
      <p:sp>
        <p:nvSpPr>
          <p:cNvPr id="17" name="Callout: Line 16">
            <a:extLst>
              <a:ext uri="{FF2B5EF4-FFF2-40B4-BE49-F238E27FC236}">
                <a16:creationId xmlns:a16="http://schemas.microsoft.com/office/drawing/2014/main" id="{DD0FDF71-9237-C771-2C8C-29DCBFD0FDF6}"/>
              </a:ext>
            </a:extLst>
          </p:cNvPr>
          <p:cNvSpPr/>
          <p:nvPr/>
        </p:nvSpPr>
        <p:spPr>
          <a:xfrm>
            <a:off x="4070614" y="4351139"/>
            <a:ext cx="763658" cy="308479"/>
          </a:xfrm>
          <a:prstGeom prst="borderCallout1">
            <a:avLst>
              <a:gd name="adj1" fmla="val 91818"/>
              <a:gd name="adj2" fmla="val 52681"/>
              <a:gd name="adj3" fmla="val 345818"/>
              <a:gd name="adj4" fmla="val 33137"/>
            </a:avLst>
          </a:prstGeom>
          <a:noFill/>
          <a:ln w="38100">
            <a:solidFill>
              <a:srgbClr val="FFC000"/>
            </a:solidFill>
            <a:headEnd type="none" w="med" len="med"/>
            <a:tailEnd type="arrow" w="med" len="med"/>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solidFill>
                  <a:schemeClr val="tx1">
                    <a:lumMod val="50000"/>
                  </a:schemeClr>
                </a:solidFill>
              </a:rPr>
              <a:t>Wire</a:t>
            </a:r>
          </a:p>
        </p:txBody>
      </p:sp>
    </p:spTree>
    <p:extLst>
      <p:ext uri="{BB962C8B-B14F-4D97-AF65-F5344CB8AC3E}">
        <p14:creationId xmlns:p14="http://schemas.microsoft.com/office/powerpoint/2010/main" val="1830703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2E01-98CB-37F6-BEF7-527B6DCFD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0C203-7808-CA21-DC92-2853C28EFE29}"/>
              </a:ext>
            </a:extLst>
          </p:cNvPr>
          <p:cNvSpPr>
            <a:spLocks noGrp="1"/>
          </p:cNvSpPr>
          <p:nvPr>
            <p:ph type="title"/>
          </p:nvPr>
        </p:nvSpPr>
        <p:spPr>
          <a:xfrm>
            <a:off x="407096" y="1113422"/>
            <a:ext cx="10936893" cy="677108"/>
          </a:xfrm>
        </p:spPr>
        <p:txBody>
          <a:bodyPr/>
          <a:lstStyle/>
          <a:p>
            <a:r>
              <a:rPr lang="en-US" sz="3200" dirty="0"/>
              <a:t>Optical Loss – Simulation Setup</a:t>
            </a:r>
          </a:p>
        </p:txBody>
      </p:sp>
      <p:sp>
        <p:nvSpPr>
          <p:cNvPr id="3" name="Content Placeholder 2">
            <a:extLst>
              <a:ext uri="{FF2B5EF4-FFF2-40B4-BE49-F238E27FC236}">
                <a16:creationId xmlns:a16="http://schemas.microsoft.com/office/drawing/2014/main" id="{34E1BBF1-7402-C7D5-56D6-E539BB5034A3}"/>
              </a:ext>
            </a:extLst>
          </p:cNvPr>
          <p:cNvSpPr>
            <a:spLocks noGrp="1"/>
          </p:cNvSpPr>
          <p:nvPr>
            <p:ph idx="1"/>
          </p:nvPr>
        </p:nvSpPr>
        <p:spPr>
          <a:xfrm>
            <a:off x="407096" y="1790530"/>
            <a:ext cx="3971092" cy="452945"/>
          </a:xfrm>
        </p:spPr>
        <p:txBody>
          <a:bodyPr/>
          <a:lstStyle/>
          <a:p>
            <a:r>
              <a:rPr lang="en-US" dirty="0"/>
              <a:t>Close up of FDTD simulation</a:t>
            </a:r>
          </a:p>
        </p:txBody>
      </p:sp>
      <p:grpSp>
        <p:nvGrpSpPr>
          <p:cNvPr id="8" name="Group 7">
            <a:extLst>
              <a:ext uri="{FF2B5EF4-FFF2-40B4-BE49-F238E27FC236}">
                <a16:creationId xmlns:a16="http://schemas.microsoft.com/office/drawing/2014/main" id="{E78ECC70-8D88-7262-E317-4AE485FE3BF3}"/>
              </a:ext>
            </a:extLst>
          </p:cNvPr>
          <p:cNvGrpSpPr/>
          <p:nvPr/>
        </p:nvGrpSpPr>
        <p:grpSpPr>
          <a:xfrm>
            <a:off x="2334640" y="2524468"/>
            <a:ext cx="3595488" cy="3269357"/>
            <a:chOff x="1843709" y="2562621"/>
            <a:chExt cx="3595488" cy="3269357"/>
          </a:xfrm>
        </p:grpSpPr>
        <p:pic>
          <p:nvPicPr>
            <p:cNvPr id="11" name="Picture 10" descr="A screenshot of a video game&#10;&#10;Description automatically generated">
              <a:extLst>
                <a:ext uri="{FF2B5EF4-FFF2-40B4-BE49-F238E27FC236}">
                  <a16:creationId xmlns:a16="http://schemas.microsoft.com/office/drawing/2014/main" id="{3AFC267B-AA2D-B657-D65D-BEB679B3C7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3709" y="2562621"/>
              <a:ext cx="3595488" cy="2869247"/>
            </a:xfrm>
            <a:prstGeom prst="rect">
              <a:avLst/>
            </a:prstGeom>
          </p:spPr>
        </p:pic>
        <p:sp>
          <p:nvSpPr>
            <p:cNvPr id="4" name="TextBox 3">
              <a:extLst>
                <a:ext uri="{FF2B5EF4-FFF2-40B4-BE49-F238E27FC236}">
                  <a16:creationId xmlns:a16="http://schemas.microsoft.com/office/drawing/2014/main" id="{62A5D144-095B-6734-C745-11AE405D9E5D}"/>
                </a:ext>
              </a:extLst>
            </p:cNvPr>
            <p:cNvSpPr txBox="1"/>
            <p:nvPr/>
          </p:nvSpPr>
          <p:spPr>
            <a:xfrm>
              <a:off x="2302785" y="5431868"/>
              <a:ext cx="2536272" cy="400110"/>
            </a:xfrm>
            <a:prstGeom prst="rect">
              <a:avLst/>
            </a:prstGeom>
            <a:noFill/>
          </p:spPr>
          <p:txBody>
            <a:bodyPr wrap="none" rtlCol="0">
              <a:spAutoFit/>
            </a:bodyPr>
            <a:lstStyle/>
            <a:p>
              <a:r>
                <a:rPr lang="en-US" sz="2000" dirty="0"/>
                <a:t>200nm wire distance</a:t>
              </a:r>
            </a:p>
          </p:txBody>
        </p:sp>
      </p:grpSp>
      <p:grpSp>
        <p:nvGrpSpPr>
          <p:cNvPr id="10" name="Group 9">
            <a:extLst>
              <a:ext uri="{FF2B5EF4-FFF2-40B4-BE49-F238E27FC236}">
                <a16:creationId xmlns:a16="http://schemas.microsoft.com/office/drawing/2014/main" id="{4B5D601B-ED73-453C-6C12-662E35FCBB8F}"/>
              </a:ext>
            </a:extLst>
          </p:cNvPr>
          <p:cNvGrpSpPr/>
          <p:nvPr/>
        </p:nvGrpSpPr>
        <p:grpSpPr>
          <a:xfrm>
            <a:off x="6096000" y="2520076"/>
            <a:ext cx="3642846" cy="3342170"/>
            <a:chOff x="7131171" y="2467638"/>
            <a:chExt cx="3642846" cy="3342170"/>
          </a:xfrm>
        </p:grpSpPr>
        <p:pic>
          <p:nvPicPr>
            <p:cNvPr id="7" name="Picture 6" descr="A screenshot of a video game&#10;&#10;Description automatically generated">
              <a:extLst>
                <a:ext uri="{FF2B5EF4-FFF2-40B4-BE49-F238E27FC236}">
                  <a16:creationId xmlns:a16="http://schemas.microsoft.com/office/drawing/2014/main" id="{B789DAE5-A70D-B06F-F1FF-99E118495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1171" y="2467638"/>
              <a:ext cx="3642846" cy="2869247"/>
            </a:xfrm>
            <a:prstGeom prst="rect">
              <a:avLst/>
            </a:prstGeom>
          </p:spPr>
        </p:pic>
        <p:sp>
          <p:nvSpPr>
            <p:cNvPr id="6" name="TextBox 5">
              <a:extLst>
                <a:ext uri="{FF2B5EF4-FFF2-40B4-BE49-F238E27FC236}">
                  <a16:creationId xmlns:a16="http://schemas.microsoft.com/office/drawing/2014/main" id="{E8A41A81-D055-F87E-8D02-44AD85D161FF}"/>
                </a:ext>
              </a:extLst>
            </p:cNvPr>
            <p:cNvSpPr txBox="1"/>
            <p:nvPr/>
          </p:nvSpPr>
          <p:spPr>
            <a:xfrm>
              <a:off x="7756593" y="5409698"/>
              <a:ext cx="2250937" cy="400110"/>
            </a:xfrm>
            <a:prstGeom prst="rect">
              <a:avLst/>
            </a:prstGeom>
            <a:noFill/>
          </p:spPr>
          <p:txBody>
            <a:bodyPr wrap="none" rtlCol="0">
              <a:spAutoFit/>
            </a:bodyPr>
            <a:lstStyle/>
            <a:p>
              <a:r>
                <a:rPr lang="en-US" sz="2000" dirty="0"/>
                <a:t>1um wire distance</a:t>
              </a:r>
            </a:p>
          </p:txBody>
        </p:sp>
      </p:grpSp>
      <p:sp>
        <p:nvSpPr>
          <p:cNvPr id="12" name="Slide Number Placeholder 11">
            <a:extLst>
              <a:ext uri="{FF2B5EF4-FFF2-40B4-BE49-F238E27FC236}">
                <a16:creationId xmlns:a16="http://schemas.microsoft.com/office/drawing/2014/main" id="{AE15ED5C-F043-9FB1-58A4-37A09BAC94FD}"/>
              </a:ext>
            </a:extLst>
          </p:cNvPr>
          <p:cNvSpPr>
            <a:spLocks noGrp="1"/>
          </p:cNvSpPr>
          <p:nvPr>
            <p:ph type="sldNum" sz="quarter" idx="4"/>
          </p:nvPr>
        </p:nvSpPr>
        <p:spPr/>
        <p:txBody>
          <a:bodyPr/>
          <a:lstStyle/>
          <a:p>
            <a:fld id="{D6BC0CF7-1C3B-49E0-BE83-9776BE0C4175}" type="slidenum">
              <a:rPr lang="en-US" smtClean="0"/>
              <a:t>15</a:t>
            </a:fld>
            <a:endParaRPr lang="en-US"/>
          </a:p>
        </p:txBody>
      </p:sp>
    </p:spTree>
    <p:extLst>
      <p:ext uri="{BB962C8B-B14F-4D97-AF65-F5344CB8AC3E}">
        <p14:creationId xmlns:p14="http://schemas.microsoft.com/office/powerpoint/2010/main" val="131264415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86350-52F4-BEDE-DEEF-D835418D04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AC454E-F22A-1288-0D26-1B03D6188E12}"/>
              </a:ext>
            </a:extLst>
          </p:cNvPr>
          <p:cNvSpPr>
            <a:spLocks noGrp="1"/>
          </p:cNvSpPr>
          <p:nvPr>
            <p:ph type="title"/>
          </p:nvPr>
        </p:nvSpPr>
        <p:spPr>
          <a:xfrm>
            <a:off x="407096" y="1113422"/>
            <a:ext cx="10936893" cy="677108"/>
          </a:xfrm>
        </p:spPr>
        <p:txBody>
          <a:bodyPr/>
          <a:lstStyle/>
          <a:p>
            <a:r>
              <a:rPr lang="en-US" sz="3200" dirty="0"/>
              <a:t>Optical Loss – 200nm Wire Distance</a:t>
            </a:r>
          </a:p>
        </p:txBody>
      </p:sp>
      <p:sp>
        <p:nvSpPr>
          <p:cNvPr id="3" name="Content Placeholder 2">
            <a:extLst>
              <a:ext uri="{FF2B5EF4-FFF2-40B4-BE49-F238E27FC236}">
                <a16:creationId xmlns:a16="http://schemas.microsoft.com/office/drawing/2014/main" id="{B7517A27-4858-A00C-11D0-032651FD471B}"/>
              </a:ext>
            </a:extLst>
          </p:cNvPr>
          <p:cNvSpPr>
            <a:spLocks noGrp="1"/>
          </p:cNvSpPr>
          <p:nvPr>
            <p:ph idx="1"/>
          </p:nvPr>
        </p:nvSpPr>
        <p:spPr>
          <a:xfrm>
            <a:off x="407096" y="1790529"/>
            <a:ext cx="6535388" cy="2462725"/>
          </a:xfrm>
        </p:spPr>
        <p:txBody>
          <a:bodyPr/>
          <a:lstStyle/>
          <a:p>
            <a:r>
              <a:rPr lang="en-US" dirty="0"/>
              <a:t>Across all wavelengths, the lowest optical loss materials were:</a:t>
            </a:r>
            <a:endParaRPr lang="en-US"/>
          </a:p>
          <a:p>
            <a:pPr lvl="1">
              <a:buFont typeface="+mj-lt"/>
              <a:buAutoNum type="arabicPeriod"/>
            </a:pPr>
            <a:r>
              <a:rPr lang="en-US" dirty="0"/>
              <a:t>Silver</a:t>
            </a:r>
            <a:endParaRPr lang="en-US"/>
          </a:p>
          <a:p>
            <a:pPr lvl="1">
              <a:buFont typeface="+mj-lt"/>
              <a:buAutoNum type="arabicPeriod"/>
            </a:pPr>
            <a:r>
              <a:rPr lang="en-US" dirty="0"/>
              <a:t>Aluminum</a:t>
            </a:r>
            <a:endParaRPr lang="en-US"/>
          </a:p>
          <a:p>
            <a:pPr lvl="1">
              <a:buFont typeface="+mj-lt"/>
              <a:buAutoNum type="arabicPeriod"/>
            </a:pPr>
            <a:r>
              <a:rPr lang="en-US" dirty="0"/>
              <a:t>Gold</a:t>
            </a:r>
            <a:endParaRPr lang="en-US"/>
          </a:p>
          <a:p>
            <a:pPr lvl="1">
              <a:buFont typeface="+mj-lt"/>
              <a:buAutoNum type="arabicPeriod"/>
            </a:pPr>
            <a:r>
              <a:rPr lang="en-US" dirty="0"/>
              <a:t>Copper</a:t>
            </a:r>
            <a:endParaRPr lang="en-US"/>
          </a:p>
          <a:p>
            <a:r>
              <a:rPr lang="en-US" dirty="0"/>
              <a:t>Material choice is significantly important at low wire distances from the input waveguide</a:t>
            </a:r>
            <a:endParaRPr lang="en-US"/>
          </a:p>
        </p:txBody>
      </p:sp>
      <p:pic>
        <p:nvPicPr>
          <p:cNvPr id="5" name="Picture 4">
            <a:extLst>
              <a:ext uri="{FF2B5EF4-FFF2-40B4-BE49-F238E27FC236}">
                <a16:creationId xmlns:a16="http://schemas.microsoft.com/office/drawing/2014/main" id="{72884B98-C325-0B8A-C7B0-4EEB83D2F5D0}"/>
              </a:ext>
            </a:extLst>
          </p:cNvPr>
          <p:cNvPicPr>
            <a:picLocks noChangeAspect="1"/>
          </p:cNvPicPr>
          <p:nvPr/>
        </p:nvPicPr>
        <p:blipFill>
          <a:blip r:embed="rId2"/>
          <a:stretch>
            <a:fillRect/>
          </a:stretch>
        </p:blipFill>
        <p:spPr>
          <a:xfrm>
            <a:off x="6763578" y="1836255"/>
            <a:ext cx="5334000" cy="4000500"/>
          </a:xfrm>
          <a:prstGeom prst="rect">
            <a:avLst/>
          </a:prstGeom>
        </p:spPr>
      </p:pic>
      <p:sp>
        <p:nvSpPr>
          <p:cNvPr id="7" name="Slide Number Placeholder 6">
            <a:extLst>
              <a:ext uri="{FF2B5EF4-FFF2-40B4-BE49-F238E27FC236}">
                <a16:creationId xmlns:a16="http://schemas.microsoft.com/office/drawing/2014/main" id="{0BD66991-00DE-73E5-8BFA-55C6239A4C59}"/>
              </a:ext>
            </a:extLst>
          </p:cNvPr>
          <p:cNvSpPr>
            <a:spLocks noGrp="1"/>
          </p:cNvSpPr>
          <p:nvPr>
            <p:ph type="sldNum" sz="quarter" idx="4"/>
          </p:nvPr>
        </p:nvSpPr>
        <p:spPr/>
        <p:txBody>
          <a:bodyPr/>
          <a:lstStyle/>
          <a:p>
            <a:fld id="{D6BC0CF7-1C3B-49E0-BE83-9776BE0C4175}" type="slidenum">
              <a:rPr lang="en-US" smtClean="0"/>
              <a:t>16</a:t>
            </a:fld>
            <a:endParaRPr lang="en-US"/>
          </a:p>
        </p:txBody>
      </p:sp>
    </p:spTree>
    <p:extLst>
      <p:ext uri="{BB962C8B-B14F-4D97-AF65-F5344CB8AC3E}">
        <p14:creationId xmlns:p14="http://schemas.microsoft.com/office/powerpoint/2010/main" val="235530657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AC24-9525-C597-520C-1031BB0948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58620-EFAF-34C9-8D08-203691048F8D}"/>
              </a:ext>
            </a:extLst>
          </p:cNvPr>
          <p:cNvSpPr>
            <a:spLocks noGrp="1"/>
          </p:cNvSpPr>
          <p:nvPr>
            <p:ph type="title"/>
          </p:nvPr>
        </p:nvSpPr>
        <p:spPr>
          <a:xfrm>
            <a:off x="407096" y="1113422"/>
            <a:ext cx="10936893" cy="677108"/>
          </a:xfrm>
        </p:spPr>
        <p:txBody>
          <a:bodyPr/>
          <a:lstStyle/>
          <a:p>
            <a:r>
              <a:rPr lang="en-US" sz="3200" dirty="0"/>
              <a:t>Optical Loss – 500nm Wire Distance</a:t>
            </a:r>
          </a:p>
        </p:txBody>
      </p:sp>
      <p:sp>
        <p:nvSpPr>
          <p:cNvPr id="3" name="Content Placeholder 2">
            <a:extLst>
              <a:ext uri="{FF2B5EF4-FFF2-40B4-BE49-F238E27FC236}">
                <a16:creationId xmlns:a16="http://schemas.microsoft.com/office/drawing/2014/main" id="{9EF60C2E-939C-BF92-4935-25CBC329DE6B}"/>
              </a:ext>
            </a:extLst>
          </p:cNvPr>
          <p:cNvSpPr>
            <a:spLocks noGrp="1"/>
          </p:cNvSpPr>
          <p:nvPr>
            <p:ph idx="1"/>
          </p:nvPr>
        </p:nvSpPr>
        <p:spPr>
          <a:xfrm>
            <a:off x="407095" y="1790530"/>
            <a:ext cx="10936893" cy="1300356"/>
          </a:xfrm>
        </p:spPr>
        <p:txBody>
          <a:bodyPr/>
          <a:lstStyle/>
          <a:p>
            <a:r>
              <a:rPr lang="en-US" dirty="0"/>
              <a:t>Almost no optical loss at 500nm</a:t>
            </a:r>
            <a:endParaRPr lang="en-US"/>
          </a:p>
          <a:p>
            <a:r>
              <a:rPr lang="en-US" dirty="0"/>
              <a:t>Negative values are due to simulation granularity</a:t>
            </a:r>
            <a:endParaRPr lang="en-US"/>
          </a:p>
          <a:p>
            <a:r>
              <a:rPr lang="en-US" dirty="0"/>
              <a:t>Material choice mostly insignificant </a:t>
            </a:r>
            <a:endParaRPr lang="en-US"/>
          </a:p>
        </p:txBody>
      </p:sp>
      <p:pic>
        <p:nvPicPr>
          <p:cNvPr id="5" name="Picture 4">
            <a:extLst>
              <a:ext uri="{FF2B5EF4-FFF2-40B4-BE49-F238E27FC236}">
                <a16:creationId xmlns:a16="http://schemas.microsoft.com/office/drawing/2014/main" id="{E1578AFB-0BF6-EDC2-A6EE-2A025EBB41CD}"/>
              </a:ext>
            </a:extLst>
          </p:cNvPr>
          <p:cNvPicPr>
            <a:picLocks noChangeAspect="1"/>
          </p:cNvPicPr>
          <p:nvPr/>
        </p:nvPicPr>
        <p:blipFill>
          <a:blip r:embed="rId2"/>
          <a:stretch>
            <a:fillRect/>
          </a:stretch>
        </p:blipFill>
        <p:spPr>
          <a:xfrm>
            <a:off x="6525039" y="2017002"/>
            <a:ext cx="5334000" cy="4000500"/>
          </a:xfrm>
          <a:prstGeom prst="rect">
            <a:avLst/>
          </a:prstGeom>
        </p:spPr>
      </p:pic>
      <p:sp>
        <p:nvSpPr>
          <p:cNvPr id="7" name="Slide Number Placeholder 6">
            <a:extLst>
              <a:ext uri="{FF2B5EF4-FFF2-40B4-BE49-F238E27FC236}">
                <a16:creationId xmlns:a16="http://schemas.microsoft.com/office/drawing/2014/main" id="{00B00536-3626-CEC0-117B-F026BA221E79}"/>
              </a:ext>
            </a:extLst>
          </p:cNvPr>
          <p:cNvSpPr>
            <a:spLocks noGrp="1"/>
          </p:cNvSpPr>
          <p:nvPr>
            <p:ph type="sldNum" sz="quarter" idx="4"/>
          </p:nvPr>
        </p:nvSpPr>
        <p:spPr/>
        <p:txBody>
          <a:bodyPr/>
          <a:lstStyle/>
          <a:p>
            <a:fld id="{D6BC0CF7-1C3B-49E0-BE83-9776BE0C4175}" type="slidenum">
              <a:rPr lang="en-US" smtClean="0"/>
              <a:t>17</a:t>
            </a:fld>
            <a:endParaRPr lang="en-US"/>
          </a:p>
        </p:txBody>
      </p:sp>
    </p:spTree>
    <p:extLst>
      <p:ext uri="{BB962C8B-B14F-4D97-AF65-F5344CB8AC3E}">
        <p14:creationId xmlns:p14="http://schemas.microsoft.com/office/powerpoint/2010/main" val="109084241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7FF4F-E352-4F62-8BC1-1E281927F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B4FCB-C617-E05E-FA63-E20AE8E69362}"/>
              </a:ext>
            </a:extLst>
          </p:cNvPr>
          <p:cNvSpPr>
            <a:spLocks noGrp="1"/>
          </p:cNvSpPr>
          <p:nvPr>
            <p:ph type="title"/>
          </p:nvPr>
        </p:nvSpPr>
        <p:spPr>
          <a:xfrm>
            <a:off x="407096" y="1113422"/>
            <a:ext cx="10936893" cy="677108"/>
          </a:xfrm>
        </p:spPr>
        <p:txBody>
          <a:bodyPr/>
          <a:lstStyle/>
          <a:p>
            <a:r>
              <a:rPr lang="en-US" sz="3200" dirty="0"/>
              <a:t>Optical Loss – 1um Wire Distance</a:t>
            </a:r>
          </a:p>
        </p:txBody>
      </p:sp>
      <p:sp>
        <p:nvSpPr>
          <p:cNvPr id="3" name="Content Placeholder 2">
            <a:extLst>
              <a:ext uri="{FF2B5EF4-FFF2-40B4-BE49-F238E27FC236}">
                <a16:creationId xmlns:a16="http://schemas.microsoft.com/office/drawing/2014/main" id="{987EECBC-E52F-E9F8-E128-4F0F1A87CC61}"/>
              </a:ext>
            </a:extLst>
          </p:cNvPr>
          <p:cNvSpPr>
            <a:spLocks noGrp="1"/>
          </p:cNvSpPr>
          <p:nvPr>
            <p:ph idx="1"/>
          </p:nvPr>
        </p:nvSpPr>
        <p:spPr>
          <a:xfrm>
            <a:off x="407095" y="1790530"/>
            <a:ext cx="10936893" cy="1300356"/>
          </a:xfrm>
        </p:spPr>
        <p:txBody>
          <a:bodyPr/>
          <a:lstStyle/>
          <a:p>
            <a:r>
              <a:rPr lang="en-US" dirty="0"/>
              <a:t>Almost no optical loss at 1um</a:t>
            </a:r>
            <a:endParaRPr lang="en-US"/>
          </a:p>
          <a:p>
            <a:r>
              <a:rPr lang="en-US" dirty="0"/>
              <a:t>Negative values are due to simulation granularity</a:t>
            </a:r>
            <a:endParaRPr lang="en-US"/>
          </a:p>
          <a:p>
            <a:r>
              <a:rPr lang="en-US" dirty="0"/>
              <a:t>Material choice mostly insignificant </a:t>
            </a:r>
            <a:endParaRPr lang="en-US"/>
          </a:p>
        </p:txBody>
      </p:sp>
      <p:pic>
        <p:nvPicPr>
          <p:cNvPr id="5" name="Picture 4">
            <a:extLst>
              <a:ext uri="{FF2B5EF4-FFF2-40B4-BE49-F238E27FC236}">
                <a16:creationId xmlns:a16="http://schemas.microsoft.com/office/drawing/2014/main" id="{2587EC8E-3C4D-B25C-7976-554D47FA306A}"/>
              </a:ext>
            </a:extLst>
          </p:cNvPr>
          <p:cNvPicPr>
            <a:picLocks noChangeAspect="1"/>
          </p:cNvPicPr>
          <p:nvPr/>
        </p:nvPicPr>
        <p:blipFill>
          <a:blip r:embed="rId2"/>
          <a:stretch>
            <a:fillRect/>
          </a:stretch>
        </p:blipFill>
        <p:spPr>
          <a:xfrm>
            <a:off x="6713883" y="1930676"/>
            <a:ext cx="5334000" cy="4000500"/>
          </a:xfrm>
          <a:prstGeom prst="rect">
            <a:avLst/>
          </a:prstGeom>
        </p:spPr>
      </p:pic>
      <p:sp>
        <p:nvSpPr>
          <p:cNvPr id="7" name="Slide Number Placeholder 6">
            <a:extLst>
              <a:ext uri="{FF2B5EF4-FFF2-40B4-BE49-F238E27FC236}">
                <a16:creationId xmlns:a16="http://schemas.microsoft.com/office/drawing/2014/main" id="{4A7DC131-1D95-473F-63F7-9D7332BEF965}"/>
              </a:ext>
            </a:extLst>
          </p:cNvPr>
          <p:cNvSpPr>
            <a:spLocks noGrp="1"/>
          </p:cNvSpPr>
          <p:nvPr>
            <p:ph type="sldNum" sz="quarter" idx="4"/>
          </p:nvPr>
        </p:nvSpPr>
        <p:spPr/>
        <p:txBody>
          <a:bodyPr/>
          <a:lstStyle/>
          <a:p>
            <a:fld id="{D6BC0CF7-1C3B-49E0-BE83-9776BE0C4175}" type="slidenum">
              <a:rPr lang="en-US" smtClean="0"/>
              <a:t>18</a:t>
            </a:fld>
            <a:endParaRPr lang="en-US"/>
          </a:p>
        </p:txBody>
      </p:sp>
    </p:spTree>
    <p:extLst>
      <p:ext uri="{BB962C8B-B14F-4D97-AF65-F5344CB8AC3E}">
        <p14:creationId xmlns:p14="http://schemas.microsoft.com/office/powerpoint/2010/main" val="358758536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EA333-D4BA-44F9-147E-969D5701C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D71373-9937-6879-67A6-777AD6D07C29}"/>
              </a:ext>
            </a:extLst>
          </p:cNvPr>
          <p:cNvSpPr>
            <a:spLocks noGrp="1"/>
          </p:cNvSpPr>
          <p:nvPr>
            <p:ph type="title"/>
          </p:nvPr>
        </p:nvSpPr>
        <p:spPr>
          <a:xfrm>
            <a:off x="407096" y="1113422"/>
            <a:ext cx="10936893" cy="677108"/>
          </a:xfrm>
        </p:spPr>
        <p:txBody>
          <a:bodyPr/>
          <a:lstStyle/>
          <a:p>
            <a:r>
              <a:rPr lang="en-US" sz="3200" dirty="0"/>
              <a:t>Optical Loss – Results Discussion</a:t>
            </a:r>
          </a:p>
        </p:txBody>
      </p:sp>
      <p:sp>
        <p:nvSpPr>
          <p:cNvPr id="5" name="Content Placeholder 2">
            <a:extLst>
              <a:ext uri="{FF2B5EF4-FFF2-40B4-BE49-F238E27FC236}">
                <a16:creationId xmlns:a16="http://schemas.microsoft.com/office/drawing/2014/main" id="{B7D80FAE-28ED-5988-8859-E7E0499FC4E2}"/>
              </a:ext>
            </a:extLst>
          </p:cNvPr>
          <p:cNvSpPr txBox="1">
            <a:spLocks/>
          </p:cNvSpPr>
          <p:nvPr/>
        </p:nvSpPr>
        <p:spPr>
          <a:xfrm>
            <a:off x="407095" y="1790530"/>
            <a:ext cx="10936893" cy="2664832"/>
          </a:xfrm>
          <a:prstGeom prst="rect">
            <a:avLst/>
          </a:prstGeom>
        </p:spPr>
        <p:txBody>
          <a:bodyPr vert="horz" lIns="91440" tIns="91440" rIns="91440" bIns="91440" rtlCol="0">
            <a:spAutoFit/>
          </a:bodyPr>
          <a:lstStyle>
            <a:lvl1pPr marL="462887" indent="-462887" algn="l" defTabSz="617181" rtl="0" eaLnBrk="1" latinLnBrk="0" hangingPunct="1">
              <a:lnSpc>
                <a:spcPct val="120000"/>
              </a:lnSpc>
              <a:spcBef>
                <a:spcPts val="529"/>
              </a:spcBef>
              <a:spcAft>
                <a:spcPts val="529"/>
              </a:spcAft>
              <a:buFont typeface="Arial"/>
              <a:buChar char="•"/>
              <a:defRPr sz="1600" b="0" kern="1200">
                <a:solidFill>
                  <a:schemeClr val="tx1"/>
                </a:solidFill>
                <a:latin typeface="+mn-lt"/>
                <a:ea typeface="Franklin Gothic Book" charset="0"/>
                <a:cs typeface="Franklin Gothic Book" charset="0"/>
              </a:defRPr>
            </a:lvl1pPr>
            <a:lvl2pPr marL="1002921" indent="-38574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2pPr>
            <a:lvl3pPr marL="1542957" indent="-30859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3pPr>
            <a:lvl4pPr marL="2160138" indent="-308590" algn="l" defTabSz="617181" rtl="0" eaLnBrk="1" latinLnBrk="0" hangingPunct="1">
              <a:lnSpc>
                <a:spcPct val="120000"/>
              </a:lnSpc>
              <a:spcBef>
                <a:spcPts val="0"/>
              </a:spcBef>
              <a:spcAft>
                <a:spcPts val="529"/>
              </a:spcAft>
              <a:buFont typeface="Arial"/>
              <a:buChar char="–"/>
              <a:defRPr sz="1400" b="0" kern="1200">
                <a:solidFill>
                  <a:schemeClr val="tx1"/>
                </a:solidFill>
                <a:latin typeface="+mn-lt"/>
                <a:ea typeface="Franklin Gothic Book" charset="0"/>
                <a:cs typeface="Franklin Gothic Book" charset="0"/>
              </a:defRPr>
            </a:lvl4pPr>
            <a:lvl5pPr marL="2777322" indent="-308590" algn="l" defTabSz="617181" rtl="0" eaLnBrk="1" latinLnBrk="0" hangingPunct="1">
              <a:spcBef>
                <a:spcPct val="20000"/>
              </a:spcBef>
              <a:buFont typeface="Arial"/>
              <a:buChar char="»"/>
              <a:defRPr sz="1454" b="0" kern="1200">
                <a:solidFill>
                  <a:schemeClr val="tx1"/>
                </a:solidFill>
                <a:latin typeface="Franklin Gothic Book" charset="0"/>
                <a:ea typeface="Franklin Gothic Book" charset="0"/>
                <a:cs typeface="Franklin Gothic Book" charset="0"/>
              </a:defRPr>
            </a:lvl5pPr>
            <a:lvl6pPr marL="3394505" indent="-308590" algn="l" defTabSz="617181" rtl="0" eaLnBrk="1" latinLnBrk="0" hangingPunct="1">
              <a:spcBef>
                <a:spcPct val="20000"/>
              </a:spcBef>
              <a:buFont typeface="Arial"/>
              <a:buChar char="•"/>
              <a:defRPr sz="2666" kern="1200">
                <a:solidFill>
                  <a:schemeClr val="tx1"/>
                </a:solidFill>
                <a:latin typeface="+mn-lt"/>
                <a:ea typeface="+mn-ea"/>
                <a:cs typeface="+mn-cs"/>
              </a:defRPr>
            </a:lvl6pPr>
            <a:lvl7pPr marL="4011689" indent="-308590" algn="l" defTabSz="617181" rtl="0" eaLnBrk="1" latinLnBrk="0" hangingPunct="1">
              <a:spcBef>
                <a:spcPct val="20000"/>
              </a:spcBef>
              <a:buFont typeface="Arial"/>
              <a:buChar char="•"/>
              <a:defRPr sz="2666" kern="1200">
                <a:solidFill>
                  <a:schemeClr val="tx1"/>
                </a:solidFill>
                <a:latin typeface="+mn-lt"/>
                <a:ea typeface="+mn-ea"/>
                <a:cs typeface="+mn-cs"/>
              </a:defRPr>
            </a:lvl7pPr>
            <a:lvl8pPr marL="4628870" indent="-308590" algn="l" defTabSz="617181" rtl="0" eaLnBrk="1" latinLnBrk="0" hangingPunct="1">
              <a:spcBef>
                <a:spcPct val="20000"/>
              </a:spcBef>
              <a:buFont typeface="Arial"/>
              <a:buChar char="•"/>
              <a:defRPr sz="2666" kern="1200">
                <a:solidFill>
                  <a:schemeClr val="tx1"/>
                </a:solidFill>
                <a:latin typeface="+mn-lt"/>
                <a:ea typeface="+mn-ea"/>
                <a:cs typeface="+mn-cs"/>
              </a:defRPr>
            </a:lvl8pPr>
            <a:lvl9pPr marL="5246053" indent="-308590" algn="l" defTabSz="617181" rtl="0" eaLnBrk="1" latinLnBrk="0" hangingPunct="1">
              <a:spcBef>
                <a:spcPct val="20000"/>
              </a:spcBef>
              <a:buFont typeface="Arial"/>
              <a:buChar char="•"/>
              <a:defRPr sz="2666" kern="1200">
                <a:solidFill>
                  <a:schemeClr val="tx1"/>
                </a:solidFill>
                <a:latin typeface="+mn-lt"/>
                <a:ea typeface="+mn-ea"/>
                <a:cs typeface="+mn-cs"/>
              </a:defRPr>
            </a:lvl9pPr>
          </a:lstStyle>
          <a:p>
            <a:r>
              <a:rPr lang="en-US" dirty="0"/>
              <a:t>Optical loss was only observed when the wire distance was reduced to 200nm</a:t>
            </a:r>
          </a:p>
          <a:p>
            <a:pPr lvl="1"/>
            <a:r>
              <a:rPr lang="en-US" dirty="0"/>
              <a:t>Silver had lowest optical loss</a:t>
            </a:r>
          </a:p>
          <a:p>
            <a:pPr lvl="1"/>
            <a:r>
              <a:rPr lang="en-US" dirty="0"/>
              <a:t>Copper has the most optical loss</a:t>
            </a:r>
          </a:p>
          <a:p>
            <a:r>
              <a:rPr lang="en-US" dirty="0"/>
              <a:t>High mesh-order FDTD simulations could be utilized to accurately analyze optical loss at 500nm wire distance</a:t>
            </a:r>
          </a:p>
          <a:p>
            <a:r>
              <a:rPr lang="en-US" dirty="0"/>
              <a:t>Increasing the wire length is expected to amplify optical loss due to extended propagation losses</a:t>
            </a:r>
          </a:p>
          <a:p>
            <a:r>
              <a:rPr lang="en-US" dirty="0"/>
              <a:t>At 1µm wire distance, no optical loss was detected, aligning well with theoretical expectations and simulation results</a:t>
            </a:r>
          </a:p>
        </p:txBody>
      </p:sp>
      <p:sp>
        <p:nvSpPr>
          <p:cNvPr id="10" name="Slide Number Placeholder 9">
            <a:extLst>
              <a:ext uri="{FF2B5EF4-FFF2-40B4-BE49-F238E27FC236}">
                <a16:creationId xmlns:a16="http://schemas.microsoft.com/office/drawing/2014/main" id="{9794A9B5-50C4-0A83-CF5D-81F072349A12}"/>
              </a:ext>
            </a:extLst>
          </p:cNvPr>
          <p:cNvSpPr>
            <a:spLocks noGrp="1"/>
          </p:cNvSpPr>
          <p:nvPr>
            <p:ph type="sldNum" sz="quarter" idx="4"/>
          </p:nvPr>
        </p:nvSpPr>
        <p:spPr/>
        <p:txBody>
          <a:bodyPr/>
          <a:lstStyle/>
          <a:p>
            <a:fld id="{D6BC0CF7-1C3B-49E0-BE83-9776BE0C4175}" type="slidenum">
              <a:rPr lang="en-US" smtClean="0"/>
              <a:t>19</a:t>
            </a:fld>
            <a:endParaRPr lang="en-US"/>
          </a:p>
        </p:txBody>
      </p:sp>
    </p:spTree>
    <p:extLst>
      <p:ext uri="{BB962C8B-B14F-4D97-AF65-F5344CB8AC3E}">
        <p14:creationId xmlns:p14="http://schemas.microsoft.com/office/powerpoint/2010/main" val="320283824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E187D-1719-3CC1-247C-5FA32823E689}"/>
              </a:ext>
            </a:extLst>
          </p:cNvPr>
          <p:cNvSpPr>
            <a:spLocks noGrp="1"/>
          </p:cNvSpPr>
          <p:nvPr>
            <p:ph type="title"/>
          </p:nvPr>
        </p:nvSpPr>
        <p:spPr>
          <a:xfrm>
            <a:off x="405770" y="1128728"/>
            <a:ext cx="10936893" cy="923201"/>
          </a:xfrm>
        </p:spPr>
        <p:txBody>
          <a:bodyPr/>
          <a:lstStyle/>
          <a:p>
            <a:r>
              <a:rPr lang="en-IN" dirty="0">
                <a:latin typeface="Arial" panose="020B0604020202020204" pitchFamily="34" charset="0"/>
              </a:rPr>
              <a:t>R</a:t>
            </a:r>
            <a:r>
              <a:rPr lang="en-IN" b="0" i="0" dirty="0">
                <a:effectLst/>
                <a:latin typeface="Arial" panose="020B0604020202020204" pitchFamily="34" charset="0"/>
              </a:rPr>
              <a:t>oles and Contribution </a:t>
            </a:r>
            <a:endParaRPr lang="en-IN" dirty="0"/>
          </a:p>
        </p:txBody>
      </p:sp>
      <p:sp>
        <p:nvSpPr>
          <p:cNvPr id="3" name="Content Placeholder 2">
            <a:extLst>
              <a:ext uri="{FF2B5EF4-FFF2-40B4-BE49-F238E27FC236}">
                <a16:creationId xmlns:a16="http://schemas.microsoft.com/office/drawing/2014/main" id="{E12B09BA-4F9D-1036-1839-68E8D36BA571}"/>
              </a:ext>
            </a:extLst>
          </p:cNvPr>
          <p:cNvSpPr>
            <a:spLocks noGrp="1"/>
          </p:cNvSpPr>
          <p:nvPr>
            <p:ph idx="1"/>
          </p:nvPr>
        </p:nvSpPr>
        <p:spPr>
          <a:xfrm>
            <a:off x="405770" y="2051929"/>
            <a:ext cx="11239739" cy="4787464"/>
          </a:xfrm>
        </p:spPr>
        <p:txBody>
          <a:bodyPr vert="horz" wrap="square" lIns="91440" tIns="91440" rIns="91440" bIns="91440" rtlCol="0" anchor="t">
            <a:spAutoFit/>
          </a:bodyPr>
          <a:lstStyle/>
          <a:p>
            <a:pPr marL="462280" indent="-462280"/>
            <a:r>
              <a:rPr lang="en-US" sz="1800" dirty="0"/>
              <a:t>Mukesh </a:t>
            </a:r>
            <a:endParaRPr lang="en-US" sz="1800"/>
          </a:p>
          <a:p>
            <a:pPr marL="1002030" lvl="1" indent="-462280"/>
            <a:r>
              <a:rPr lang="en-US" sz="1600" dirty="0">
                <a:ea typeface="+mn-lt"/>
                <a:cs typeface="+mn-lt"/>
              </a:rPr>
              <a:t>Mainly worked on creating a thermally tunable waveguide and measuring its performance for different metal heaters (e.g., Aluminum, Copper, Silver, Gold). The impact of heat on the phase difference in a Mach-Zehnder Interferometer (MZI) was observed, along with how the phase shift influenced optical loss. These measurements provided insights into the relationship between heating, phase modulation, and loss in the MZI.</a:t>
            </a:r>
            <a:endParaRPr lang="en-US" sz="1600" dirty="0"/>
          </a:p>
          <a:p>
            <a:pPr marL="462280" indent="-462280"/>
            <a:r>
              <a:rPr lang="en-US" sz="1800" dirty="0"/>
              <a:t>Kevin</a:t>
            </a:r>
            <a:endParaRPr lang="en-US" sz="1800"/>
          </a:p>
          <a:p>
            <a:pPr marL="1002030" lvl="1" indent="-462280"/>
            <a:r>
              <a:rPr lang="en-US" sz="1600" dirty="0">
                <a:cs typeface="Arial"/>
              </a:rPr>
              <a:t>Mainly worked on creating an FDTD simulation to measure the optical loss, allowing the analysis of how different metals influence phase shifts and identifying which metal provides optimal performance. Also developed a MATLAB code to compare matrix multiplication results with realistic interconnect values. </a:t>
            </a:r>
            <a:endParaRPr lang="en-US" sz="1600" dirty="0">
              <a:solidFill>
                <a:srgbClr val="000000"/>
              </a:solidFill>
              <a:cs typeface="Arial"/>
            </a:endParaRPr>
          </a:p>
          <a:p>
            <a:pPr marL="462280" indent="-462280"/>
            <a:r>
              <a:rPr lang="en-US" sz="1800" dirty="0">
                <a:cs typeface="Arial"/>
              </a:rPr>
              <a:t>Additionally, both of us collaborated to examine the phase difference in INTERCONNECT and evaluate how the introduction of loss impacts the performance and results of an MZI.</a:t>
            </a:r>
            <a:endParaRPr lang="en-US" sz="1800">
              <a:solidFill>
                <a:srgbClr val="000000"/>
              </a:solidFill>
              <a:cs typeface="Arial"/>
            </a:endParaRPr>
          </a:p>
          <a:p>
            <a:pPr marL="462280" indent="-462280"/>
            <a:endParaRPr lang="en-US"/>
          </a:p>
          <a:p>
            <a:pPr marL="0" indent="0">
              <a:buNone/>
            </a:pPr>
            <a:endParaRPr lang="en-US" dirty="0"/>
          </a:p>
        </p:txBody>
      </p:sp>
      <p:sp>
        <p:nvSpPr>
          <p:cNvPr id="5" name="Slide Number Placeholder 4">
            <a:extLst>
              <a:ext uri="{FF2B5EF4-FFF2-40B4-BE49-F238E27FC236}">
                <a16:creationId xmlns:a16="http://schemas.microsoft.com/office/drawing/2014/main" id="{D5170D58-F2BB-AC83-38BD-6CE3F1EB2952}"/>
              </a:ext>
            </a:extLst>
          </p:cNvPr>
          <p:cNvSpPr>
            <a:spLocks noGrp="1"/>
          </p:cNvSpPr>
          <p:nvPr>
            <p:ph type="sldNum" sz="quarter" idx="4"/>
          </p:nvPr>
        </p:nvSpPr>
        <p:spPr/>
        <p:txBody>
          <a:bodyPr/>
          <a:lstStyle/>
          <a:p>
            <a:fld id="{D6BC0CF7-1C3B-49E0-BE83-9776BE0C4175}" type="slidenum">
              <a:rPr lang="en-US" smtClean="0"/>
              <a:t>20</a:t>
            </a:fld>
            <a:endParaRPr lang="en-US"/>
          </a:p>
        </p:txBody>
      </p:sp>
    </p:spTree>
    <p:extLst>
      <p:ext uri="{BB962C8B-B14F-4D97-AF65-F5344CB8AC3E}">
        <p14:creationId xmlns:p14="http://schemas.microsoft.com/office/powerpoint/2010/main" val="339038255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F0EC9-0818-AEBB-BC06-C31F1BA86487}"/>
              </a:ext>
            </a:extLst>
          </p:cNvPr>
          <p:cNvSpPr>
            <a:spLocks noGrp="1"/>
          </p:cNvSpPr>
          <p:nvPr>
            <p:ph type="title"/>
          </p:nvPr>
        </p:nvSpPr>
        <p:spPr>
          <a:xfrm>
            <a:off x="396782" y="1086859"/>
            <a:ext cx="10936893" cy="738664"/>
          </a:xfrm>
        </p:spPr>
        <p:txBody>
          <a:bodyPr/>
          <a:lstStyle/>
          <a:p>
            <a:r>
              <a:rPr lang="en-US" sz="3600" dirty="0"/>
              <a:t>Conclusion</a:t>
            </a:r>
            <a:endParaRPr lang="en-IN" sz="3600" dirty="0"/>
          </a:p>
        </p:txBody>
      </p:sp>
      <p:graphicFrame>
        <p:nvGraphicFramePr>
          <p:cNvPr id="10" name="Diagram 9">
            <a:extLst>
              <a:ext uri="{FF2B5EF4-FFF2-40B4-BE49-F238E27FC236}">
                <a16:creationId xmlns:a16="http://schemas.microsoft.com/office/drawing/2014/main" id="{AD2FD3E3-B3C8-F434-FF58-1FE254672EEC}"/>
              </a:ext>
            </a:extLst>
          </p:cNvPr>
          <p:cNvGraphicFramePr/>
          <p:nvPr>
            <p:extLst>
              <p:ext uri="{D42A27DB-BD31-4B8C-83A1-F6EECF244321}">
                <p14:modId xmlns:p14="http://schemas.microsoft.com/office/powerpoint/2010/main" val="2035298289"/>
              </p:ext>
            </p:extLst>
          </p:nvPr>
        </p:nvGraphicFramePr>
        <p:xfrm>
          <a:off x="1861457" y="1748803"/>
          <a:ext cx="8469085" cy="46997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048427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Question marks in a line and one question mark is lit">
            <a:extLst>
              <a:ext uri="{FF2B5EF4-FFF2-40B4-BE49-F238E27FC236}">
                <a16:creationId xmlns:a16="http://schemas.microsoft.com/office/drawing/2014/main" id="{9BFEFE9D-EF86-95E0-A198-AB047FADEFB0}"/>
              </a:ext>
            </a:extLst>
          </p:cNvPr>
          <p:cNvPicPr>
            <a:picLocks noChangeAspect="1"/>
          </p:cNvPicPr>
          <p:nvPr/>
        </p:nvPicPr>
        <p:blipFill>
          <a:blip r:embed="rId2"/>
          <a:srcRect r="22608" b="-1"/>
          <a:stretch/>
        </p:blipFill>
        <p:spPr>
          <a:xfrm>
            <a:off x="20" y="10"/>
            <a:ext cx="7951269" cy="6857990"/>
          </a:xfrm>
          <a:prstGeom prst="rect">
            <a:avLst/>
          </a:prstGeom>
          <a:noFill/>
        </p:spPr>
      </p:pic>
      <p:sp>
        <p:nvSpPr>
          <p:cNvPr id="2" name="Title 1">
            <a:extLst>
              <a:ext uri="{FF2B5EF4-FFF2-40B4-BE49-F238E27FC236}">
                <a16:creationId xmlns:a16="http://schemas.microsoft.com/office/drawing/2014/main" id="{F35306B3-AECC-4E0F-F667-1ACCBABE7586}"/>
              </a:ext>
            </a:extLst>
          </p:cNvPr>
          <p:cNvSpPr>
            <a:spLocks noGrp="1"/>
          </p:cNvSpPr>
          <p:nvPr>
            <p:ph type="title"/>
          </p:nvPr>
        </p:nvSpPr>
        <p:spPr>
          <a:xfrm>
            <a:off x="8316228" y="3087303"/>
            <a:ext cx="3479344" cy="683394"/>
          </a:xfrm>
        </p:spPr>
        <p:txBody>
          <a:bodyPr wrap="square" anchor="b">
            <a:normAutofit/>
          </a:bodyPr>
          <a:lstStyle/>
          <a:p>
            <a:r>
              <a:rPr lang="en-US" sz="3600" dirty="0"/>
              <a:t>Questions?</a:t>
            </a:r>
          </a:p>
        </p:txBody>
      </p:sp>
      <p:sp>
        <p:nvSpPr>
          <p:cNvPr id="4" name="Slide Number Placeholder 3">
            <a:extLst>
              <a:ext uri="{FF2B5EF4-FFF2-40B4-BE49-F238E27FC236}">
                <a16:creationId xmlns:a16="http://schemas.microsoft.com/office/drawing/2014/main" id="{FA70E45C-5735-F1CE-BE85-2C7C9A731CED}"/>
              </a:ext>
            </a:extLst>
          </p:cNvPr>
          <p:cNvSpPr>
            <a:spLocks noGrp="1"/>
          </p:cNvSpPr>
          <p:nvPr>
            <p:ph type="sldNum" sz="quarter" idx="4"/>
          </p:nvPr>
        </p:nvSpPr>
        <p:spPr/>
        <p:txBody>
          <a:bodyPr/>
          <a:lstStyle/>
          <a:p>
            <a:fld id="{D6BC0CF7-1C3B-49E0-BE83-9776BE0C4175}" type="slidenum">
              <a:rPr lang="en-US" smtClean="0"/>
              <a:t>22</a:t>
            </a:fld>
            <a:endParaRPr lang="en-US"/>
          </a:p>
        </p:txBody>
      </p:sp>
    </p:spTree>
    <p:extLst>
      <p:ext uri="{BB962C8B-B14F-4D97-AF65-F5344CB8AC3E}">
        <p14:creationId xmlns:p14="http://schemas.microsoft.com/office/powerpoint/2010/main" val="30771433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693B9-494C-AC02-A98E-C3FB1D09BF2A}"/>
              </a:ext>
            </a:extLst>
          </p:cNvPr>
          <p:cNvSpPr>
            <a:spLocks noGrp="1"/>
          </p:cNvSpPr>
          <p:nvPr>
            <p:ph type="title"/>
          </p:nvPr>
        </p:nvSpPr>
        <p:spPr/>
        <p:txBody>
          <a:bodyPr/>
          <a:lstStyle/>
          <a:p>
            <a:r>
              <a:rPr lang="en-US" dirty="0"/>
              <a:t>Speakers</a:t>
            </a:r>
          </a:p>
        </p:txBody>
      </p:sp>
      <p:sp>
        <p:nvSpPr>
          <p:cNvPr id="3" name="Text Placeholder 2">
            <a:extLst>
              <a:ext uri="{FF2B5EF4-FFF2-40B4-BE49-F238E27FC236}">
                <a16:creationId xmlns:a16="http://schemas.microsoft.com/office/drawing/2014/main" id="{1AA777EE-E349-5587-2289-395A78CE6A31}"/>
              </a:ext>
            </a:extLst>
          </p:cNvPr>
          <p:cNvSpPr>
            <a:spLocks noGrp="1"/>
          </p:cNvSpPr>
          <p:nvPr>
            <p:ph type="body" sz="quarter" idx="12"/>
          </p:nvPr>
        </p:nvSpPr>
        <p:spPr>
          <a:xfrm>
            <a:off x="7351578" y="3886781"/>
            <a:ext cx="3748985" cy="876650"/>
          </a:xfrm>
        </p:spPr>
        <p:txBody>
          <a:bodyPr/>
          <a:lstStyle/>
          <a:p>
            <a:r>
              <a:rPr lang="en-US" dirty="0"/>
              <a:t>Kevin Mienta</a:t>
            </a:r>
          </a:p>
          <a:p>
            <a:r>
              <a:rPr lang="en-US" dirty="0"/>
              <a:t>Mukesh Sekar</a:t>
            </a:r>
          </a:p>
        </p:txBody>
      </p:sp>
    </p:spTree>
    <p:extLst>
      <p:ext uri="{BB962C8B-B14F-4D97-AF65-F5344CB8AC3E}">
        <p14:creationId xmlns:p14="http://schemas.microsoft.com/office/powerpoint/2010/main" val="276723491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D9ABE-CD1B-FCF1-9F92-2BDCEF541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9DFDB-B3AC-9E35-E607-2DC262607F6F}"/>
              </a:ext>
            </a:extLst>
          </p:cNvPr>
          <p:cNvSpPr>
            <a:spLocks noGrp="1"/>
          </p:cNvSpPr>
          <p:nvPr>
            <p:ph type="title"/>
          </p:nvPr>
        </p:nvSpPr>
        <p:spPr>
          <a:xfrm>
            <a:off x="407096" y="1113422"/>
            <a:ext cx="10936893" cy="677108"/>
          </a:xfrm>
        </p:spPr>
        <p:txBody>
          <a:bodyPr/>
          <a:lstStyle/>
          <a:p>
            <a:r>
              <a:rPr lang="en-US" sz="3200" dirty="0"/>
              <a:t>References</a:t>
            </a:r>
          </a:p>
        </p:txBody>
      </p:sp>
      <p:sp>
        <p:nvSpPr>
          <p:cNvPr id="3" name="Content Placeholder 2">
            <a:extLst>
              <a:ext uri="{FF2B5EF4-FFF2-40B4-BE49-F238E27FC236}">
                <a16:creationId xmlns:a16="http://schemas.microsoft.com/office/drawing/2014/main" id="{F94E2FE6-63E8-8586-5F41-1B1E75F4B06F}"/>
              </a:ext>
            </a:extLst>
          </p:cNvPr>
          <p:cNvSpPr>
            <a:spLocks noGrp="1"/>
          </p:cNvSpPr>
          <p:nvPr>
            <p:ph idx="1"/>
          </p:nvPr>
        </p:nvSpPr>
        <p:spPr>
          <a:xfrm>
            <a:off x="446547" y="1790530"/>
            <a:ext cx="10936893" cy="3833357"/>
          </a:xfrm>
        </p:spPr>
        <p:txBody>
          <a:bodyPr vert="horz" lIns="91440" tIns="91440" rIns="91440" bIns="91440" rtlCol="0" anchor="t">
            <a:spAutoFit/>
          </a:bodyPr>
          <a:lstStyle/>
          <a:p>
            <a:pPr marL="0" indent="0">
              <a:buNone/>
            </a:pPr>
            <a:r>
              <a:rPr lang="en-US" sz="1050" dirty="0"/>
              <a:t>[1] Chrostowski L, Hochberg M. Silicon Photonics Design: From Devices to Systems. Cambridge University Press; 2015.</a:t>
            </a:r>
          </a:p>
          <a:p>
            <a:pPr marL="0" indent="0">
              <a:buNone/>
            </a:pPr>
            <a:r>
              <a:rPr lang="en-US" sz="1050" dirty="0"/>
              <a:t>[2] F. </a:t>
            </a:r>
            <a:r>
              <a:rPr lang="en-US" sz="1050" dirty="0" err="1"/>
              <a:t>Shokraneh</a:t>
            </a:r>
            <a:r>
              <a:rPr lang="en-US" sz="1050" dirty="0"/>
              <a:t>, M. S. Nezami and O. Liboiron-Ladouceur, "Theoretical and Experimental Analysis of a 4 × 4 Reconfigurable MZI-Based Linear Optical Processor," in Journal of Lightwave Technology, vol. 38, no. 6, pp. 1258-1267, 15 March15, 2020, </a:t>
            </a:r>
            <a:r>
              <a:rPr lang="en-US" sz="1050" dirty="0" err="1"/>
              <a:t>doi</a:t>
            </a:r>
            <a:r>
              <a:rPr lang="en-US" sz="1050" dirty="0"/>
              <a:t>: 10.1109/JLT.2020.2966949</a:t>
            </a:r>
          </a:p>
          <a:p>
            <a:pPr marL="0" indent="0">
              <a:buNone/>
            </a:pPr>
            <a:r>
              <a:rPr lang="en-US" sz="1050" dirty="0"/>
              <a:t>[3] Shen, Y., Harris, N., </a:t>
            </a:r>
            <a:r>
              <a:rPr lang="en-US" sz="1050" dirty="0" err="1"/>
              <a:t>Skirlo</a:t>
            </a:r>
            <a:r>
              <a:rPr lang="en-US" sz="1050" dirty="0"/>
              <a:t>, S. et al. Deep learning with coherent nanophotonic circuits. Nature Photon 11, 441–446 (2017). https://doi.org/10.1038/nphoton.2017.93</a:t>
            </a:r>
          </a:p>
          <a:p>
            <a:pPr marL="0" indent="0">
              <a:buNone/>
            </a:pPr>
            <a:r>
              <a:rPr lang="en-US" sz="1050" dirty="0"/>
              <a:t>[4] A. Mirza, A. </a:t>
            </a:r>
            <a:r>
              <a:rPr lang="en-US" sz="1050" dirty="0" err="1"/>
              <a:t>Shafiee</a:t>
            </a:r>
            <a:r>
              <a:rPr lang="en-US" sz="1050" dirty="0"/>
              <a:t>, S. Banerjee, K. Chakrabarty, S. Pasricha and M. </a:t>
            </a:r>
            <a:r>
              <a:rPr lang="en-US" sz="1050" dirty="0" err="1"/>
              <a:t>Nikdast</a:t>
            </a:r>
            <a:r>
              <a:rPr lang="en-US" sz="1050" dirty="0"/>
              <a:t>, "Characterization and Optimization of Coherent MZI-Based Nanophotonic Neural Networks Under Fabrication Non-Uniformity," in IEEE Transactions on Nanotechnology, vol. 21, pp. 763-771, 2022, </a:t>
            </a:r>
            <a:r>
              <a:rPr lang="en-US" sz="1050" dirty="0" err="1"/>
              <a:t>doi</a:t>
            </a:r>
            <a:r>
              <a:rPr lang="en-US" sz="1050" dirty="0"/>
              <a:t>: 10.1109/TNANO.2022.3223915.</a:t>
            </a:r>
          </a:p>
          <a:p>
            <a:pPr marL="0" indent="0">
              <a:buNone/>
            </a:pPr>
            <a:r>
              <a:rPr lang="en-US" sz="1050" dirty="0"/>
              <a:t>[5] “Thermally tuned waveguide (FDE),” Ansys Optics, 2024. https://optics.ansys.com/hc/en-us/articles/360042833673-Thermally-tuned-waveguide-FDE</a:t>
            </a:r>
          </a:p>
          <a:p>
            <a:pPr marL="462280" indent="-462280">
              <a:buNone/>
            </a:pPr>
            <a:r>
              <a:rPr lang="en-US" sz="1050" dirty="0"/>
              <a:t>[6] "Silicon thermo-optic phase shifters: a review of configurations and optimization strategies "Advanced Photonics Nexus Vol. 3, Issue 4, 044001 (2024) .https://www.researching.cn/articles/OJ65d959b1e95c60cc</a:t>
            </a:r>
          </a:p>
          <a:p>
            <a:pPr marL="0" indent="0">
              <a:buNone/>
            </a:pPr>
            <a:endParaRPr lang="en-US" sz="1600" dirty="0"/>
          </a:p>
          <a:p>
            <a:pPr marL="0" indent="0">
              <a:buNone/>
            </a:pPr>
            <a:endParaRPr lang="en-US" sz="1600" dirty="0"/>
          </a:p>
          <a:p>
            <a:pPr marL="0" indent="0">
              <a:buNone/>
            </a:pPr>
            <a:endParaRPr lang="en-US" dirty="0"/>
          </a:p>
        </p:txBody>
      </p:sp>
      <p:sp>
        <p:nvSpPr>
          <p:cNvPr id="5" name="Slide Number Placeholder 4">
            <a:extLst>
              <a:ext uri="{FF2B5EF4-FFF2-40B4-BE49-F238E27FC236}">
                <a16:creationId xmlns:a16="http://schemas.microsoft.com/office/drawing/2014/main" id="{8959CB45-6320-80B4-7731-9E5E1354F6C6}"/>
              </a:ext>
            </a:extLst>
          </p:cNvPr>
          <p:cNvSpPr>
            <a:spLocks noGrp="1"/>
          </p:cNvSpPr>
          <p:nvPr>
            <p:ph type="sldNum" sz="quarter" idx="4"/>
          </p:nvPr>
        </p:nvSpPr>
        <p:spPr/>
        <p:txBody>
          <a:bodyPr/>
          <a:lstStyle/>
          <a:p>
            <a:fld id="{D6BC0CF7-1C3B-49E0-BE83-9776BE0C4175}" type="slidenum">
              <a:rPr lang="en-US" smtClean="0"/>
              <a:t>24</a:t>
            </a:fld>
            <a:endParaRPr lang="en-US"/>
          </a:p>
        </p:txBody>
      </p:sp>
    </p:spTree>
    <p:extLst>
      <p:ext uri="{BB962C8B-B14F-4D97-AF65-F5344CB8AC3E}">
        <p14:creationId xmlns:p14="http://schemas.microsoft.com/office/powerpoint/2010/main" val="345488957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theme/theme1.xml><?xml version="1.0" encoding="utf-8"?>
<a:theme xmlns:a="http://schemas.openxmlformats.org/drawingml/2006/main" name="CSU-PPT-SystemFonts_2023">
  <a:themeElements>
    <a:clrScheme name="CSU Find Your Energy">
      <a:dk1>
        <a:srgbClr val="59595B"/>
      </a:dk1>
      <a:lt1>
        <a:srgbClr val="FFFFFF"/>
      </a:lt1>
      <a:dk2>
        <a:srgbClr val="1E4D2B"/>
      </a:dk2>
      <a:lt2>
        <a:srgbClr val="C8C371"/>
      </a:lt2>
      <a:accent1>
        <a:srgbClr val="82C403"/>
      </a:accent1>
      <a:accent2>
        <a:srgbClr val="CFFC00"/>
      </a:accent2>
      <a:accent3>
        <a:srgbClr val="E56954"/>
      </a:accent3>
      <a:accent4>
        <a:srgbClr val="008FB2"/>
      </a:accent4>
      <a:accent5>
        <a:srgbClr val="7E5373"/>
      </a:accent5>
      <a:accent6>
        <a:srgbClr val="FEC037"/>
      </a:accent6>
      <a:hlink>
        <a:srgbClr val="3246A4"/>
      </a:hlink>
      <a:folHlink>
        <a:srgbClr val="6B156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CSU-PPT-SystemFonts_2023</Template>
  <TotalTime>1667</TotalTime>
  <Words>1337</Words>
  <Application>Microsoft Office PowerPoint</Application>
  <PresentationFormat>Widescreen</PresentationFormat>
  <Paragraphs>255</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Cambria Math</vt:lpstr>
      <vt:lpstr>Franklin Gothic Book</vt:lpstr>
      <vt:lpstr>Harding</vt:lpstr>
      <vt:lpstr>CSU-PPT-SystemFonts_2023</vt:lpstr>
      <vt:lpstr>Thermal Phase Shifters Optical Linear Multipliers</vt:lpstr>
      <vt:lpstr>Introduction</vt:lpstr>
      <vt:lpstr>Motivation</vt:lpstr>
      <vt:lpstr>Methodology</vt:lpstr>
      <vt:lpstr>Optical Multiplication – MATLAB Compact Model</vt:lpstr>
      <vt:lpstr>Optical Multiplication – INTERCONNECT Simulation</vt:lpstr>
      <vt:lpstr>Optical Multiplication – Phase Shifter Impacts</vt:lpstr>
      <vt:lpstr>Phase Shifter Efficiency – Simulation Setup</vt:lpstr>
      <vt:lpstr>Phase Shifter Efficiency – Metrics</vt:lpstr>
      <vt:lpstr> Phase Shifter Efficiency – 200nm Wire Distance</vt:lpstr>
      <vt:lpstr>Phase Shifter Efficiency – 500nm Wire Distance</vt:lpstr>
      <vt:lpstr>Phase Shifter Efficiency – 1um Wire Distance</vt:lpstr>
      <vt:lpstr>Phase Shifter Efficiency – Summarized Results</vt:lpstr>
      <vt:lpstr>Optical Loss – Simulation Setup</vt:lpstr>
      <vt:lpstr>Optical Loss – Simulation Setup</vt:lpstr>
      <vt:lpstr>Optical Loss – 200nm Wire Distance</vt:lpstr>
      <vt:lpstr>Optical Loss – 500nm Wire Distance</vt:lpstr>
      <vt:lpstr>Optical Loss – 1um Wire Distance</vt:lpstr>
      <vt:lpstr>Optical Loss – Results Discussion</vt:lpstr>
      <vt:lpstr>Roles and Contribution </vt:lpstr>
      <vt:lpstr>Conclusion</vt:lpstr>
      <vt:lpstr>Questions?</vt:lpstr>
      <vt:lpstr>Speakers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Mienta,Kevin</dc:creator>
  <cp:lastModifiedBy>Mienta,Kevin</cp:lastModifiedBy>
  <cp:revision>11</cp:revision>
  <dcterms:created xsi:type="dcterms:W3CDTF">2024-11-25T21:31:19Z</dcterms:created>
  <dcterms:modified xsi:type="dcterms:W3CDTF">2024-12-13T17:11:07Z</dcterms:modified>
</cp:coreProperties>
</file>